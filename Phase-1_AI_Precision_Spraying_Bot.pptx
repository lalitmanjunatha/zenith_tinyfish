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479" r:id="rId2"/>
    <p:sldId id="257" r:id="rId3"/>
    <p:sldId id="480" r:id="rId4"/>
    <p:sldId id="258" r:id="rId5"/>
    <p:sldId id="476" r:id="rId6"/>
    <p:sldId id="260" r:id="rId7"/>
    <p:sldId id="474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184"/>
    <a:srgbClr val="FFFFFF"/>
    <a:srgbClr val="112749"/>
    <a:srgbClr val="F39000"/>
    <a:srgbClr val="F8F8F8"/>
    <a:srgbClr val="002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AD3BC-5E64-482F-907D-C6E63C9E64A1}" v="123" dt="2025-07-21T10:38:03.7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E"/>
          </a:solidFill>
        </a:fill>
      </a:tcStyle>
    </a:wholeTbl>
    <a:band2H>
      <a:tcTxStyle/>
      <a:tcStyle>
        <a:tcBdr/>
        <a:fill>
          <a:solidFill>
            <a:srgbClr val="E6E7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/>
      <a:tcStyle>
        <a:tcBdr/>
        <a:fill>
          <a:solidFill>
            <a:srgbClr val="E6E8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FCA"/>
          </a:solidFill>
        </a:fill>
      </a:tcStyle>
    </a:wholeTbl>
    <a:band2H>
      <a:tcTxStyle/>
      <a:tcStyle>
        <a:tcBdr/>
        <a:fill>
          <a:solidFill>
            <a:srgbClr val="FFE8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5" autoAdjust="0"/>
    <p:restoredTop sz="94684" autoAdjust="0"/>
  </p:normalViewPr>
  <p:slideViewPr>
    <p:cSldViewPr snapToGrid="0">
      <p:cViewPr varScale="1">
        <p:scale>
          <a:sx n="80" d="100"/>
          <a:sy n="80" d="100"/>
        </p:scale>
        <p:origin x="773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Kumar R, Sr. Manager - OIA" userId="408be1dd-421e-4488-8e0b-a9f0fb2f4424" providerId="ADAL" clId="{38FAD3BC-5E64-482F-907D-C6E63C9E64A1}"/>
    <pc:docChg chg="undo custSel addSld delSld modSld modMainMaster">
      <pc:chgData name="Ravi Kumar R, Sr. Manager - OIA" userId="408be1dd-421e-4488-8e0b-a9f0fb2f4424" providerId="ADAL" clId="{38FAD3BC-5E64-482F-907D-C6E63C9E64A1}" dt="2025-07-21T10:38:10.247" v="559" actId="1076"/>
      <pc:docMkLst>
        <pc:docMk/>
      </pc:docMkLst>
      <pc:sldChg chg="delSp modSp mod">
        <pc:chgData name="Ravi Kumar R, Sr. Manager - OIA" userId="408be1dd-421e-4488-8e0b-a9f0fb2f4424" providerId="ADAL" clId="{38FAD3BC-5E64-482F-907D-C6E63C9E64A1}" dt="2025-07-21T05:55:33.302" v="31" actId="20577"/>
        <pc:sldMkLst>
          <pc:docMk/>
          <pc:sldMk cId="0" sldId="256"/>
        </pc:sldMkLst>
        <pc:spChg chg="mod">
          <ac:chgData name="Ravi Kumar R, Sr. Manager - OIA" userId="408be1dd-421e-4488-8e0b-a9f0fb2f4424" providerId="ADAL" clId="{38FAD3BC-5E64-482F-907D-C6E63C9E64A1}" dt="2025-07-21T05:55:33.302" v="31" actId="20577"/>
          <ac:spMkLst>
            <pc:docMk/>
            <pc:sldMk cId="0" sldId="256"/>
            <ac:spMk id="203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24.746" v="0" actId="478"/>
          <ac:spMkLst>
            <pc:docMk/>
            <pc:sldMk cId="0" sldId="256"/>
            <ac:spMk id="206" creationId="{00000000-0000-0000-0000-000000000000}"/>
          </ac:spMkLst>
        </pc:spChg>
      </pc:sldChg>
      <pc:sldChg chg="addSp delSp modSp mod modClrScheme chgLayout">
        <pc:chgData name="Ravi Kumar R, Sr. Manager - OIA" userId="408be1dd-421e-4488-8e0b-a9f0fb2f4424" providerId="ADAL" clId="{38FAD3BC-5E64-482F-907D-C6E63C9E64A1}" dt="2025-07-21T10:09:39.030" v="203" actId="6549"/>
        <pc:sldMkLst>
          <pc:docMk/>
          <pc:sldMk cId="0" sldId="257"/>
        </pc:sldMkLst>
        <pc:spChg chg="add mod">
          <ac:chgData name="Ravi Kumar R, Sr. Manager - OIA" userId="408be1dd-421e-4488-8e0b-a9f0fb2f4424" providerId="ADAL" clId="{38FAD3BC-5E64-482F-907D-C6E63C9E64A1}" dt="2025-07-21T09:31:55.559" v="149" actId="122"/>
          <ac:spMkLst>
            <pc:docMk/>
            <pc:sldMk cId="0" sldId="257"/>
            <ac:spMk id="2" creationId="{D9E7EF1C-EA1E-FCF6-7C6F-A499D5179E49}"/>
          </ac:spMkLst>
        </pc:spChg>
        <pc:spChg chg="add del mod">
          <ac:chgData name="Ravi Kumar R, Sr. Manager - OIA" userId="408be1dd-421e-4488-8e0b-a9f0fb2f4424" providerId="ADAL" clId="{38FAD3BC-5E64-482F-907D-C6E63C9E64A1}" dt="2025-07-21T09:32:53.897" v="156" actId="478"/>
          <ac:spMkLst>
            <pc:docMk/>
            <pc:sldMk cId="0" sldId="257"/>
            <ac:spMk id="3" creationId="{D3ABEDCE-7FBE-85D0-837B-29C4DDC299DF}"/>
          </ac:spMkLst>
        </pc:spChg>
        <pc:spChg chg="add del mod">
          <ac:chgData name="Ravi Kumar R, Sr. Manager - OIA" userId="408be1dd-421e-4488-8e0b-a9f0fb2f4424" providerId="ADAL" clId="{38FAD3BC-5E64-482F-907D-C6E63C9E64A1}" dt="2025-07-21T05:55:44.541" v="34" actId="478"/>
          <ac:spMkLst>
            <pc:docMk/>
            <pc:sldMk cId="0" sldId="257"/>
            <ac:spMk id="3" creationId="{E38B6A20-D58A-9D23-43D8-01A20BC6A202}"/>
          </ac:spMkLst>
        </pc:spChg>
        <pc:spChg chg="add mod">
          <ac:chgData name="Ravi Kumar R, Sr. Manager - OIA" userId="408be1dd-421e-4488-8e0b-a9f0fb2f4424" providerId="ADAL" clId="{38FAD3BC-5E64-482F-907D-C6E63C9E64A1}" dt="2025-07-21T10:08:19.307" v="189"/>
          <ac:spMkLst>
            <pc:docMk/>
            <pc:sldMk cId="0" sldId="257"/>
            <ac:spMk id="13" creationId="{E578F183-7913-0B67-A680-9E0E1644DEB7}"/>
          </ac:spMkLst>
        </pc:spChg>
        <pc:spChg chg="add mod">
          <ac:chgData name="Ravi Kumar R, Sr. Manager - OIA" userId="408be1dd-421e-4488-8e0b-a9f0fb2f4424" providerId="ADAL" clId="{38FAD3BC-5E64-482F-907D-C6E63C9E64A1}" dt="2025-07-21T10:09:39.030" v="203" actId="6549"/>
          <ac:spMkLst>
            <pc:docMk/>
            <pc:sldMk cId="0" sldId="257"/>
            <ac:spMk id="14" creationId="{83D72E71-ABA8-AB24-7446-3EA79228449F}"/>
          </ac:spMkLst>
        </pc:spChg>
        <pc:spChg chg="del">
          <ac:chgData name="Ravi Kumar R, Sr. Manager - OIA" userId="408be1dd-421e-4488-8e0b-a9f0fb2f4424" providerId="ADAL" clId="{38FAD3BC-5E64-482F-907D-C6E63C9E64A1}" dt="2025-07-21T05:55:51.874" v="37" actId="478"/>
          <ac:spMkLst>
            <pc:docMk/>
            <pc:sldMk cId="0" sldId="257"/>
            <ac:spMk id="210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51.874" v="37" actId="478"/>
          <ac:spMkLst>
            <pc:docMk/>
            <pc:sldMk cId="0" sldId="257"/>
            <ac:spMk id="211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46.138" v="35" actId="478"/>
          <ac:spMkLst>
            <pc:docMk/>
            <pc:sldMk cId="0" sldId="257"/>
            <ac:spMk id="212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51.874" v="37" actId="478"/>
          <ac:spMkLst>
            <pc:docMk/>
            <pc:sldMk cId="0" sldId="257"/>
            <ac:spMk id="213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51.874" v="37" actId="478"/>
          <ac:spMkLst>
            <pc:docMk/>
            <pc:sldMk cId="0" sldId="257"/>
            <ac:spMk id="214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48.055" v="36" actId="478"/>
          <ac:spMkLst>
            <pc:docMk/>
            <pc:sldMk cId="0" sldId="257"/>
            <ac:spMk id="215" creationId="{00000000-0000-0000-0000-000000000000}"/>
          </ac:spMkLst>
        </pc:spChg>
        <pc:spChg chg="del">
          <ac:chgData name="Ravi Kumar R, Sr. Manager - OIA" userId="408be1dd-421e-4488-8e0b-a9f0fb2f4424" providerId="ADAL" clId="{38FAD3BC-5E64-482F-907D-C6E63C9E64A1}" dt="2025-07-21T05:55:51.874" v="37" actId="478"/>
          <ac:spMkLst>
            <pc:docMk/>
            <pc:sldMk cId="0" sldId="257"/>
            <ac:spMk id="216" creationId="{00000000-0000-0000-0000-000000000000}"/>
          </ac:spMkLst>
        </pc:spChg>
        <pc:graphicFrameChg chg="add mod">
          <ac:chgData name="Ravi Kumar R, Sr. Manager - OIA" userId="408be1dd-421e-4488-8e0b-a9f0fb2f4424" providerId="ADAL" clId="{38FAD3BC-5E64-482F-907D-C6E63C9E64A1}" dt="2025-07-21T09:45:29.461" v="157"/>
          <ac:graphicFrameMkLst>
            <pc:docMk/>
            <pc:sldMk cId="0" sldId="257"/>
            <ac:graphicFrameMk id="4" creationId="{66F21A0E-C5A2-F46E-DA8E-F19FDA116421}"/>
          </ac:graphicFrameMkLst>
        </pc:graphicFrameChg>
        <pc:graphicFrameChg chg="add mod">
          <ac:chgData name="Ravi Kumar R, Sr. Manager - OIA" userId="408be1dd-421e-4488-8e0b-a9f0fb2f4424" providerId="ADAL" clId="{38FAD3BC-5E64-482F-907D-C6E63C9E64A1}" dt="2025-07-21T09:46:45.651" v="161" actId="1076"/>
          <ac:graphicFrameMkLst>
            <pc:docMk/>
            <pc:sldMk cId="0" sldId="257"/>
            <ac:graphicFrameMk id="5" creationId="{2E9D8DB3-CB81-AF9A-A6AF-E8AD07839517}"/>
          </ac:graphicFrameMkLst>
        </pc:graphicFrameChg>
        <pc:graphicFrameChg chg="add mod">
          <ac:chgData name="Ravi Kumar R, Sr. Manager - OIA" userId="408be1dd-421e-4488-8e0b-a9f0fb2f4424" providerId="ADAL" clId="{38FAD3BC-5E64-482F-907D-C6E63C9E64A1}" dt="2025-07-21T09:46:47.476" v="162"/>
          <ac:graphicFrameMkLst>
            <pc:docMk/>
            <pc:sldMk cId="0" sldId="257"/>
            <ac:graphicFrameMk id="6" creationId="{77A36560-C951-3803-2A5B-6082186BA921}"/>
          </ac:graphicFrameMkLst>
        </pc:graphicFrameChg>
        <pc:graphicFrameChg chg="add mod">
          <ac:chgData name="Ravi Kumar R, Sr. Manager - OIA" userId="408be1dd-421e-4488-8e0b-a9f0fb2f4424" providerId="ADAL" clId="{38FAD3BC-5E64-482F-907D-C6E63C9E64A1}" dt="2025-07-21T09:47:10.116" v="166"/>
          <ac:graphicFrameMkLst>
            <pc:docMk/>
            <pc:sldMk cId="0" sldId="257"/>
            <ac:graphicFrameMk id="8" creationId="{65EF421C-E09C-4780-5AC1-CC21794910D8}"/>
          </ac:graphicFrameMkLst>
        </pc:graphicFrameChg>
        <pc:graphicFrameChg chg="add del mod modGraphic">
          <ac:chgData name="Ravi Kumar R, Sr. Manager - OIA" userId="408be1dd-421e-4488-8e0b-a9f0fb2f4424" providerId="ADAL" clId="{38FAD3BC-5E64-482F-907D-C6E63C9E64A1}" dt="2025-07-21T09:48:13.645" v="172" actId="478"/>
          <ac:graphicFrameMkLst>
            <pc:docMk/>
            <pc:sldMk cId="0" sldId="257"/>
            <ac:graphicFrameMk id="10" creationId="{96B142C9-8969-F931-5BAA-C020DD3023C0}"/>
          </ac:graphicFrameMkLst>
        </pc:graphicFrameChg>
        <pc:picChg chg="add del mod">
          <ac:chgData name="Ravi Kumar R, Sr. Manager - OIA" userId="408be1dd-421e-4488-8e0b-a9f0fb2f4424" providerId="ADAL" clId="{38FAD3BC-5E64-482F-907D-C6E63C9E64A1}" dt="2025-07-21T09:47:09.242" v="165" actId="478"/>
          <ac:picMkLst>
            <pc:docMk/>
            <pc:sldMk cId="0" sldId="257"/>
            <ac:picMk id="7" creationId="{9C806D06-B9E3-A5B1-4E25-F14B84276B3B}"/>
          </ac:picMkLst>
        </pc:picChg>
        <pc:picChg chg="add mod">
          <ac:chgData name="Ravi Kumar R, Sr. Manager - OIA" userId="408be1dd-421e-4488-8e0b-a9f0fb2f4424" providerId="ADAL" clId="{38FAD3BC-5E64-482F-907D-C6E63C9E64A1}" dt="2025-07-21T10:08:00.412" v="186" actId="1076"/>
          <ac:picMkLst>
            <pc:docMk/>
            <pc:sldMk cId="0" sldId="257"/>
            <ac:picMk id="9" creationId="{1EFFEA6B-2BD1-0EEE-DB4B-F72EE9DA2087}"/>
          </ac:picMkLst>
        </pc:picChg>
        <pc:picChg chg="del">
          <ac:chgData name="Ravi Kumar R, Sr. Manager - OIA" userId="408be1dd-421e-4488-8e0b-a9f0fb2f4424" providerId="ADAL" clId="{38FAD3BC-5E64-482F-907D-C6E63C9E64A1}" dt="2025-07-21T05:55:40.735" v="32" actId="478"/>
          <ac:picMkLst>
            <pc:docMk/>
            <pc:sldMk cId="0" sldId="257"/>
            <ac:picMk id="10" creationId="{2BC3DE7F-F5C0-9D96-8F03-2E56C4E44D72}"/>
          </ac:picMkLst>
        </pc:picChg>
        <pc:picChg chg="del mod">
          <ac:chgData name="Ravi Kumar R, Sr. Manager - OIA" userId="408be1dd-421e-4488-8e0b-a9f0fb2f4424" providerId="ADAL" clId="{38FAD3BC-5E64-482F-907D-C6E63C9E64A1}" dt="2025-07-21T05:57:32.964" v="41" actId="478"/>
          <ac:picMkLst>
            <pc:docMk/>
            <pc:sldMk cId="0" sldId="257"/>
            <ac:picMk id="11" creationId="{97B20B12-2D37-3F8C-76EA-21D5E7D3E066}"/>
          </ac:picMkLst>
        </pc:picChg>
        <pc:picChg chg="add del mod">
          <ac:chgData name="Ravi Kumar R, Sr. Manager - OIA" userId="408be1dd-421e-4488-8e0b-a9f0fb2f4424" providerId="ADAL" clId="{38FAD3BC-5E64-482F-907D-C6E63C9E64A1}" dt="2025-07-21T10:06:24.639" v="177" actId="478"/>
          <ac:picMkLst>
            <pc:docMk/>
            <pc:sldMk cId="0" sldId="257"/>
            <ac:picMk id="11" creationId="{A9A682AF-DAC5-F608-836E-3103A437BD37}"/>
          </ac:picMkLst>
        </pc:picChg>
        <pc:picChg chg="add mod">
          <ac:chgData name="Ravi Kumar R, Sr. Manager - OIA" userId="408be1dd-421e-4488-8e0b-a9f0fb2f4424" providerId="ADAL" clId="{38FAD3BC-5E64-482F-907D-C6E63C9E64A1}" dt="2025-07-21T10:08:08.787" v="188" actId="1076"/>
          <ac:picMkLst>
            <pc:docMk/>
            <pc:sldMk cId="0" sldId="257"/>
            <ac:picMk id="12" creationId="{EBD77B93-7D51-A944-0E29-7F26DCA36431}"/>
          </ac:picMkLst>
        </pc:picChg>
        <pc:picChg chg="del">
          <ac:chgData name="Ravi Kumar R, Sr. Manager - OIA" userId="408be1dd-421e-4488-8e0b-a9f0fb2f4424" providerId="ADAL" clId="{38FAD3BC-5E64-482F-907D-C6E63C9E64A1}" dt="2025-07-21T05:55:42.159" v="33" actId="478"/>
          <ac:picMkLst>
            <pc:docMk/>
            <pc:sldMk cId="0" sldId="257"/>
            <ac:picMk id="217" creationId="{00000000-0000-0000-0000-000000000000}"/>
          </ac:picMkLst>
        </pc:picChg>
      </pc:sldChg>
      <pc:sldChg chg="del">
        <pc:chgData name="Ravi Kumar R, Sr. Manager - OIA" userId="408be1dd-421e-4488-8e0b-a9f0fb2f4424" providerId="ADAL" clId="{38FAD3BC-5E64-482F-907D-C6E63C9E64A1}" dt="2025-07-21T07:09:20.889" v="44" actId="47"/>
        <pc:sldMkLst>
          <pc:docMk/>
          <pc:sldMk cId="0" sldId="258"/>
        </pc:sldMkLst>
      </pc:sldChg>
      <pc:sldChg chg="new del setBg">
        <pc:chgData name="Ravi Kumar R, Sr. Manager - OIA" userId="408be1dd-421e-4488-8e0b-a9f0fb2f4424" providerId="ADAL" clId="{38FAD3BC-5E64-482F-907D-C6E63C9E64A1}" dt="2025-07-21T09:32:12.717" v="151" actId="47"/>
        <pc:sldMkLst>
          <pc:docMk/>
          <pc:sldMk cId="2886098780" sldId="258"/>
        </pc:sldMkLst>
      </pc:sldChg>
      <pc:sldChg chg="del">
        <pc:chgData name="Ravi Kumar R, Sr. Manager - OIA" userId="408be1dd-421e-4488-8e0b-a9f0fb2f4424" providerId="ADAL" clId="{38FAD3BC-5E64-482F-907D-C6E63C9E64A1}" dt="2025-07-21T07:09:21.113" v="45" actId="47"/>
        <pc:sldMkLst>
          <pc:docMk/>
          <pc:sldMk cId="0" sldId="259"/>
        </pc:sldMkLst>
      </pc:sldChg>
      <pc:sldChg chg="addSp delSp modSp add mod setBg">
        <pc:chgData name="Ravi Kumar R, Sr. Manager - OIA" userId="408be1dd-421e-4488-8e0b-a9f0fb2f4424" providerId="ADAL" clId="{38FAD3BC-5E64-482F-907D-C6E63C9E64A1}" dt="2025-07-21T10:23:15.819" v="305" actId="122"/>
        <pc:sldMkLst>
          <pc:docMk/>
          <pc:sldMk cId="1555677003" sldId="259"/>
        </pc:sldMkLst>
        <pc:spChg chg="add mod">
          <ac:chgData name="Ravi Kumar R, Sr. Manager - OIA" userId="408be1dd-421e-4488-8e0b-a9f0fb2f4424" providerId="ADAL" clId="{38FAD3BC-5E64-482F-907D-C6E63C9E64A1}" dt="2025-07-21T10:18:45.549" v="244"/>
          <ac:spMkLst>
            <pc:docMk/>
            <pc:sldMk cId="1555677003" sldId="259"/>
            <ac:spMk id="4" creationId="{7CB06199-8E2B-DA3A-3F50-4B828248A570}"/>
          </ac:spMkLst>
        </pc:spChg>
        <pc:graphicFrameChg chg="add mod modGraphic">
          <ac:chgData name="Ravi Kumar R, Sr. Manager - OIA" userId="408be1dd-421e-4488-8e0b-a9f0fb2f4424" providerId="ADAL" clId="{38FAD3BC-5E64-482F-907D-C6E63C9E64A1}" dt="2025-07-21T10:23:15.819" v="305" actId="122"/>
          <ac:graphicFrameMkLst>
            <pc:docMk/>
            <pc:sldMk cId="1555677003" sldId="259"/>
            <ac:graphicFrameMk id="3" creationId="{D580DB29-4429-E5BD-6415-A5408D9698FD}"/>
          </ac:graphicFrameMkLst>
        </pc:graphicFrameChg>
        <pc:picChg chg="mod">
          <ac:chgData name="Ravi Kumar R, Sr. Manager - OIA" userId="408be1dd-421e-4488-8e0b-a9f0fb2f4424" providerId="ADAL" clId="{38FAD3BC-5E64-482F-907D-C6E63C9E64A1}" dt="2025-07-21T07:17:03.889" v="115" actId="1076"/>
          <ac:picMkLst>
            <pc:docMk/>
            <pc:sldMk cId="1555677003" sldId="259"/>
            <ac:picMk id="2" creationId="{64C55457-F84F-033E-94D0-629469E06D29}"/>
          </ac:picMkLst>
        </pc:picChg>
        <pc:picChg chg="del">
          <ac:chgData name="Ravi Kumar R, Sr. Manager - OIA" userId="408be1dd-421e-4488-8e0b-a9f0fb2f4424" providerId="ADAL" clId="{38FAD3BC-5E64-482F-907D-C6E63C9E64A1}" dt="2025-07-21T07:16:32.630" v="113" actId="478"/>
          <ac:picMkLst>
            <pc:docMk/>
            <pc:sldMk cId="1555677003" sldId="259"/>
            <ac:picMk id="5" creationId="{D6BAFC0A-072D-3F0B-19A0-34A135BBB408}"/>
          </ac:picMkLst>
        </pc:picChg>
        <pc:picChg chg="add mod">
          <ac:chgData name="Ravi Kumar R, Sr. Manager - OIA" userId="408be1dd-421e-4488-8e0b-a9f0fb2f4424" providerId="ADAL" clId="{38FAD3BC-5E64-482F-907D-C6E63C9E64A1}" dt="2025-07-21T10:19:20.574" v="251" actId="1076"/>
          <ac:picMkLst>
            <pc:docMk/>
            <pc:sldMk cId="1555677003" sldId="259"/>
            <ac:picMk id="6" creationId="{74AF8471-DCD6-8BBC-41E5-314A84BD2DEE}"/>
          </ac:picMkLst>
        </pc:picChg>
        <pc:picChg chg="del">
          <ac:chgData name="Ravi Kumar R, Sr. Manager - OIA" userId="408be1dd-421e-4488-8e0b-a9f0fb2f4424" providerId="ADAL" clId="{38FAD3BC-5E64-482F-907D-C6E63C9E64A1}" dt="2025-07-21T07:16:30.695" v="112" actId="478"/>
          <ac:picMkLst>
            <pc:docMk/>
            <pc:sldMk cId="1555677003" sldId="259"/>
            <ac:picMk id="7" creationId="{F3D03770-B058-9314-5861-2D5F2872AED1}"/>
          </ac:picMkLst>
        </pc:picChg>
        <pc:picChg chg="add mod modCrop">
          <ac:chgData name="Ravi Kumar R, Sr. Manager - OIA" userId="408be1dd-421e-4488-8e0b-a9f0fb2f4424" providerId="ADAL" clId="{38FAD3BC-5E64-482F-907D-C6E63C9E64A1}" dt="2025-07-21T10:20:09.872" v="259" actId="1076"/>
          <ac:picMkLst>
            <pc:docMk/>
            <pc:sldMk cId="1555677003" sldId="259"/>
            <ac:picMk id="8" creationId="{1862B212-0101-1EDE-DAC1-76A91D84F760}"/>
          </ac:picMkLst>
        </pc:picChg>
        <pc:picChg chg="add mod">
          <ac:chgData name="Ravi Kumar R, Sr. Manager - OIA" userId="408be1dd-421e-4488-8e0b-a9f0fb2f4424" providerId="ADAL" clId="{38FAD3BC-5E64-482F-907D-C6E63C9E64A1}" dt="2025-07-21T10:20:56.091" v="292" actId="1076"/>
          <ac:picMkLst>
            <pc:docMk/>
            <pc:sldMk cId="1555677003" sldId="259"/>
            <ac:picMk id="9" creationId="{09C5160B-B9B1-3E3B-622C-473AC1B4B2DE}"/>
          </ac:picMkLst>
        </pc:picChg>
        <pc:picChg chg="add mod">
          <ac:chgData name="Ravi Kumar R, Sr. Manager - OIA" userId="408be1dd-421e-4488-8e0b-a9f0fb2f4424" providerId="ADAL" clId="{38FAD3BC-5E64-482F-907D-C6E63C9E64A1}" dt="2025-07-21T10:22:17.863" v="297" actId="1076"/>
          <ac:picMkLst>
            <pc:docMk/>
            <pc:sldMk cId="1555677003" sldId="259"/>
            <ac:picMk id="10" creationId="{401D45C8-1A27-2094-D3E5-20A443717915}"/>
          </ac:picMkLst>
        </pc:picChg>
        <pc:picChg chg="add mod">
          <ac:chgData name="Ravi Kumar R, Sr. Manager - OIA" userId="408be1dd-421e-4488-8e0b-a9f0fb2f4424" providerId="ADAL" clId="{38FAD3BC-5E64-482F-907D-C6E63C9E64A1}" dt="2025-07-21T10:22:42.874" v="300" actId="1076"/>
          <ac:picMkLst>
            <pc:docMk/>
            <pc:sldMk cId="1555677003" sldId="259"/>
            <ac:picMk id="11" creationId="{48B68C1A-74E7-52A4-776C-FDDF33ED417A}"/>
          </ac:picMkLst>
        </pc:picChg>
        <pc:picChg chg="del">
          <ac:chgData name="Ravi Kumar R, Sr. Manager - OIA" userId="408be1dd-421e-4488-8e0b-a9f0fb2f4424" providerId="ADAL" clId="{38FAD3BC-5E64-482F-907D-C6E63C9E64A1}" dt="2025-07-21T07:16:19.790" v="111" actId="478"/>
          <ac:picMkLst>
            <pc:docMk/>
            <pc:sldMk cId="1555677003" sldId="259"/>
            <ac:picMk id="1026" creationId="{5A050A87-84DB-F63A-4918-12E2BF702669}"/>
          </ac:picMkLst>
        </pc:picChg>
      </pc:sldChg>
      <pc:sldChg chg="del">
        <pc:chgData name="Ravi Kumar R, Sr. Manager - OIA" userId="408be1dd-421e-4488-8e0b-a9f0fb2f4424" providerId="ADAL" clId="{38FAD3BC-5E64-482F-907D-C6E63C9E64A1}" dt="2025-07-21T07:09:21.275" v="46" actId="47"/>
        <pc:sldMkLst>
          <pc:docMk/>
          <pc:sldMk cId="0" sldId="260"/>
        </pc:sldMkLst>
      </pc:sldChg>
      <pc:sldChg chg="addSp modSp add mod">
        <pc:chgData name="Ravi Kumar R, Sr. Manager - OIA" userId="408be1dd-421e-4488-8e0b-a9f0fb2f4424" providerId="ADAL" clId="{38FAD3BC-5E64-482F-907D-C6E63C9E64A1}" dt="2025-07-21T10:23:25.033" v="306" actId="122"/>
        <pc:sldMkLst>
          <pc:docMk/>
          <pc:sldMk cId="2852616350" sldId="260"/>
        </pc:sldMkLst>
        <pc:graphicFrameChg chg="add mod modGraphic">
          <ac:chgData name="Ravi Kumar R, Sr. Manager - OIA" userId="408be1dd-421e-4488-8e0b-a9f0fb2f4424" providerId="ADAL" clId="{38FAD3BC-5E64-482F-907D-C6E63C9E64A1}" dt="2025-07-21T10:23:25.033" v="306" actId="122"/>
          <ac:graphicFrameMkLst>
            <pc:docMk/>
            <pc:sldMk cId="2852616350" sldId="260"/>
            <ac:graphicFrameMk id="3" creationId="{63029FE4-AA89-2BDD-F1D5-670DFF0801B9}"/>
          </ac:graphicFrameMkLst>
        </pc:graphicFrameChg>
        <pc:picChg chg="add mod">
          <ac:chgData name="Ravi Kumar R, Sr. Manager - OIA" userId="408be1dd-421e-4488-8e0b-a9f0fb2f4424" providerId="ADAL" clId="{38FAD3BC-5E64-482F-907D-C6E63C9E64A1}" dt="2025-07-21T10:13:58.063" v="216" actId="1076"/>
          <ac:picMkLst>
            <pc:docMk/>
            <pc:sldMk cId="2852616350" sldId="260"/>
            <ac:picMk id="4" creationId="{FBF96586-2BDC-7E24-C489-6E002DACFEFD}"/>
          </ac:picMkLst>
        </pc:picChg>
        <pc:picChg chg="add mod">
          <ac:chgData name="Ravi Kumar R, Sr. Manager - OIA" userId="408be1dd-421e-4488-8e0b-a9f0fb2f4424" providerId="ADAL" clId="{38FAD3BC-5E64-482F-907D-C6E63C9E64A1}" dt="2025-07-21T10:14:32.409" v="219" actId="1076"/>
          <ac:picMkLst>
            <pc:docMk/>
            <pc:sldMk cId="2852616350" sldId="260"/>
            <ac:picMk id="5" creationId="{F9F19D4C-BA96-29C4-C970-3718FF231075}"/>
          </ac:picMkLst>
        </pc:picChg>
        <pc:picChg chg="add mod">
          <ac:chgData name="Ravi Kumar R, Sr. Manager - OIA" userId="408be1dd-421e-4488-8e0b-a9f0fb2f4424" providerId="ADAL" clId="{38FAD3BC-5E64-482F-907D-C6E63C9E64A1}" dt="2025-07-21T10:15:28.221" v="222" actId="1076"/>
          <ac:picMkLst>
            <pc:docMk/>
            <pc:sldMk cId="2852616350" sldId="260"/>
            <ac:picMk id="6" creationId="{7976CEB5-DCE4-C12B-3881-BD75691DCE7C}"/>
          </ac:picMkLst>
        </pc:picChg>
        <pc:picChg chg="add mod">
          <ac:chgData name="Ravi Kumar R, Sr. Manager - OIA" userId="408be1dd-421e-4488-8e0b-a9f0fb2f4424" providerId="ADAL" clId="{38FAD3BC-5E64-482F-907D-C6E63C9E64A1}" dt="2025-07-21T10:16:01.656" v="226" actId="1076"/>
          <ac:picMkLst>
            <pc:docMk/>
            <pc:sldMk cId="2852616350" sldId="260"/>
            <ac:picMk id="7" creationId="{8232BF65-2999-D95D-FE88-D1B3890F73FF}"/>
          </ac:picMkLst>
        </pc:picChg>
        <pc:picChg chg="add mod">
          <ac:chgData name="Ravi Kumar R, Sr. Manager - OIA" userId="408be1dd-421e-4488-8e0b-a9f0fb2f4424" providerId="ADAL" clId="{38FAD3BC-5E64-482F-907D-C6E63C9E64A1}" dt="2025-07-21T10:16:44.853" v="229" actId="1076"/>
          <ac:picMkLst>
            <pc:docMk/>
            <pc:sldMk cId="2852616350" sldId="260"/>
            <ac:picMk id="8" creationId="{06381995-8DCE-2300-4D42-1665283584ED}"/>
          </ac:picMkLst>
        </pc:picChg>
      </pc:sldChg>
      <pc:sldChg chg="modSp del mod">
        <pc:chgData name="Ravi Kumar R, Sr. Manager - OIA" userId="408be1dd-421e-4488-8e0b-a9f0fb2f4424" providerId="ADAL" clId="{38FAD3BC-5E64-482F-907D-C6E63C9E64A1}" dt="2025-07-21T07:09:21.438" v="47" actId="47"/>
        <pc:sldMkLst>
          <pc:docMk/>
          <pc:sldMk cId="0" sldId="261"/>
        </pc:sldMkLst>
        <pc:spChg chg="mod">
          <ac:chgData name="Ravi Kumar R, Sr. Manager - OIA" userId="408be1dd-421e-4488-8e0b-a9f0fb2f4424" providerId="ADAL" clId="{38FAD3BC-5E64-482F-907D-C6E63C9E64A1}" dt="2025-07-21T07:09:13.810" v="43" actId="1076"/>
          <ac:spMkLst>
            <pc:docMk/>
            <pc:sldMk cId="0" sldId="261"/>
            <ac:spMk id="261" creationId="{00000000-0000-0000-0000-000000000000}"/>
          </ac:spMkLst>
        </pc:spChg>
      </pc:sldChg>
      <pc:sldChg chg="addSp delSp modSp add mod">
        <pc:chgData name="Ravi Kumar R, Sr. Manager - OIA" userId="408be1dd-421e-4488-8e0b-a9f0fb2f4424" providerId="ADAL" clId="{38FAD3BC-5E64-482F-907D-C6E63C9E64A1}" dt="2025-07-21T10:28:30.133" v="414" actId="1076"/>
        <pc:sldMkLst>
          <pc:docMk/>
          <pc:sldMk cId="3895998477" sldId="261"/>
        </pc:sldMkLst>
        <pc:graphicFrameChg chg="del">
          <ac:chgData name="Ravi Kumar R, Sr. Manager - OIA" userId="408be1dd-421e-4488-8e0b-a9f0fb2f4424" providerId="ADAL" clId="{38FAD3BC-5E64-482F-907D-C6E63C9E64A1}" dt="2025-07-21T10:23:34.433" v="308" actId="478"/>
          <ac:graphicFrameMkLst>
            <pc:docMk/>
            <pc:sldMk cId="3895998477" sldId="261"/>
            <ac:graphicFrameMk id="3" creationId="{77E203DB-32F1-8136-F429-9C70308E32D7}"/>
          </ac:graphicFrameMkLst>
        </pc:graphicFrameChg>
        <pc:graphicFrameChg chg="add mod modGraphic">
          <ac:chgData name="Ravi Kumar R, Sr. Manager - OIA" userId="408be1dd-421e-4488-8e0b-a9f0fb2f4424" providerId="ADAL" clId="{38FAD3BC-5E64-482F-907D-C6E63C9E64A1}" dt="2025-07-21T10:25:58.938" v="393" actId="20577"/>
          <ac:graphicFrameMkLst>
            <pc:docMk/>
            <pc:sldMk cId="3895998477" sldId="261"/>
            <ac:graphicFrameMk id="5" creationId="{B46F689E-CDE1-CB98-104D-C650AE6267CB}"/>
          </ac:graphicFrameMkLst>
        </pc:graphicFrameChg>
        <pc:picChg chg="del">
          <ac:chgData name="Ravi Kumar R, Sr. Manager - OIA" userId="408be1dd-421e-4488-8e0b-a9f0fb2f4424" providerId="ADAL" clId="{38FAD3BC-5E64-482F-907D-C6E63C9E64A1}" dt="2025-07-21T10:23:37.804" v="309" actId="478"/>
          <ac:picMkLst>
            <pc:docMk/>
            <pc:sldMk cId="3895998477" sldId="261"/>
            <ac:picMk id="6" creationId="{9F4A21F2-04E6-D1DA-CC1D-BE9C792E9A9B}"/>
          </ac:picMkLst>
        </pc:picChg>
        <pc:picChg chg="add mod modCrop">
          <ac:chgData name="Ravi Kumar R, Sr. Manager - OIA" userId="408be1dd-421e-4488-8e0b-a9f0fb2f4424" providerId="ADAL" clId="{38FAD3BC-5E64-482F-907D-C6E63C9E64A1}" dt="2025-07-21T10:25:46.165" v="379" actId="1076"/>
          <ac:picMkLst>
            <pc:docMk/>
            <pc:sldMk cId="3895998477" sldId="261"/>
            <ac:picMk id="7" creationId="{4700B6F9-84E1-D14D-C7D3-C06F72F32DE3}"/>
          </ac:picMkLst>
        </pc:picChg>
        <pc:picChg chg="del">
          <ac:chgData name="Ravi Kumar R, Sr. Manager - OIA" userId="408be1dd-421e-4488-8e0b-a9f0fb2f4424" providerId="ADAL" clId="{38FAD3BC-5E64-482F-907D-C6E63C9E64A1}" dt="2025-07-21T10:23:37.804" v="309" actId="478"/>
          <ac:picMkLst>
            <pc:docMk/>
            <pc:sldMk cId="3895998477" sldId="261"/>
            <ac:picMk id="8" creationId="{B92754A0-B557-2061-373B-6210CB4E99D7}"/>
          </ac:picMkLst>
        </pc:picChg>
        <pc:picChg chg="del">
          <ac:chgData name="Ravi Kumar R, Sr. Manager - OIA" userId="408be1dd-421e-4488-8e0b-a9f0fb2f4424" providerId="ADAL" clId="{38FAD3BC-5E64-482F-907D-C6E63C9E64A1}" dt="2025-07-21T10:23:37.804" v="309" actId="478"/>
          <ac:picMkLst>
            <pc:docMk/>
            <pc:sldMk cId="3895998477" sldId="261"/>
            <ac:picMk id="9" creationId="{A256AD6B-CBB8-2790-18CD-673114DE3525}"/>
          </ac:picMkLst>
        </pc:picChg>
        <pc:picChg chg="del">
          <ac:chgData name="Ravi Kumar R, Sr. Manager - OIA" userId="408be1dd-421e-4488-8e0b-a9f0fb2f4424" providerId="ADAL" clId="{38FAD3BC-5E64-482F-907D-C6E63C9E64A1}" dt="2025-07-21T10:23:37.804" v="309" actId="478"/>
          <ac:picMkLst>
            <pc:docMk/>
            <pc:sldMk cId="3895998477" sldId="261"/>
            <ac:picMk id="10" creationId="{C043D918-469E-4D40-305E-CF89FD2DCACD}"/>
          </ac:picMkLst>
        </pc:picChg>
        <pc:picChg chg="del">
          <ac:chgData name="Ravi Kumar R, Sr. Manager - OIA" userId="408be1dd-421e-4488-8e0b-a9f0fb2f4424" providerId="ADAL" clId="{38FAD3BC-5E64-482F-907D-C6E63C9E64A1}" dt="2025-07-21T10:23:37.804" v="309" actId="478"/>
          <ac:picMkLst>
            <pc:docMk/>
            <pc:sldMk cId="3895998477" sldId="261"/>
            <ac:picMk id="11" creationId="{547E4E08-459C-AEC2-4A26-ECFB563E6D0F}"/>
          </ac:picMkLst>
        </pc:picChg>
        <pc:picChg chg="add mod">
          <ac:chgData name="Ravi Kumar R, Sr. Manager - OIA" userId="408be1dd-421e-4488-8e0b-a9f0fb2f4424" providerId="ADAL" clId="{38FAD3BC-5E64-482F-907D-C6E63C9E64A1}" dt="2025-07-21T10:26:28.326" v="397" actId="1076"/>
          <ac:picMkLst>
            <pc:docMk/>
            <pc:sldMk cId="3895998477" sldId="261"/>
            <ac:picMk id="12" creationId="{9FEE1328-B476-645E-B764-19EE4F270CF6}"/>
          </ac:picMkLst>
        </pc:picChg>
        <pc:picChg chg="add mod">
          <ac:chgData name="Ravi Kumar R, Sr. Manager - OIA" userId="408be1dd-421e-4488-8e0b-a9f0fb2f4424" providerId="ADAL" clId="{38FAD3BC-5E64-482F-907D-C6E63C9E64A1}" dt="2025-07-21T10:26:59.479" v="402" actId="1076"/>
          <ac:picMkLst>
            <pc:docMk/>
            <pc:sldMk cId="3895998477" sldId="261"/>
            <ac:picMk id="13" creationId="{AB7F8C16-8788-1131-6F90-901B9BE3A045}"/>
          </ac:picMkLst>
        </pc:picChg>
        <pc:picChg chg="add mod">
          <ac:chgData name="Ravi Kumar R, Sr. Manager - OIA" userId="408be1dd-421e-4488-8e0b-a9f0fb2f4424" providerId="ADAL" clId="{38FAD3BC-5E64-482F-907D-C6E63C9E64A1}" dt="2025-07-21T10:27:21.253" v="405" actId="1076"/>
          <ac:picMkLst>
            <pc:docMk/>
            <pc:sldMk cId="3895998477" sldId="261"/>
            <ac:picMk id="14" creationId="{810EB86E-FBC4-8F0A-5F6C-1D53A7692E47}"/>
          </ac:picMkLst>
        </pc:picChg>
        <pc:picChg chg="add mod">
          <ac:chgData name="Ravi Kumar R, Sr. Manager - OIA" userId="408be1dd-421e-4488-8e0b-a9f0fb2f4424" providerId="ADAL" clId="{38FAD3BC-5E64-482F-907D-C6E63C9E64A1}" dt="2025-07-21T10:27:57.260" v="410" actId="1076"/>
          <ac:picMkLst>
            <pc:docMk/>
            <pc:sldMk cId="3895998477" sldId="261"/>
            <ac:picMk id="15" creationId="{138E1DC1-9E79-24DC-3CF5-6183A8D62334}"/>
          </ac:picMkLst>
        </pc:picChg>
        <pc:picChg chg="add mod">
          <ac:chgData name="Ravi Kumar R, Sr. Manager - OIA" userId="408be1dd-421e-4488-8e0b-a9f0fb2f4424" providerId="ADAL" clId="{38FAD3BC-5E64-482F-907D-C6E63C9E64A1}" dt="2025-07-21T10:28:30.133" v="414" actId="1076"/>
          <ac:picMkLst>
            <pc:docMk/>
            <pc:sldMk cId="3895998477" sldId="261"/>
            <ac:picMk id="16" creationId="{F6EB874F-3F8B-D8B5-DAB2-AEC62E6A32A9}"/>
          </ac:picMkLst>
        </pc:picChg>
      </pc:sldChg>
      <pc:sldChg chg="del">
        <pc:chgData name="Ravi Kumar R, Sr. Manager - OIA" userId="408be1dd-421e-4488-8e0b-a9f0fb2f4424" providerId="ADAL" clId="{38FAD3BC-5E64-482F-907D-C6E63C9E64A1}" dt="2025-07-21T07:09:21.645" v="48" actId="47"/>
        <pc:sldMkLst>
          <pc:docMk/>
          <pc:sldMk cId="0" sldId="262"/>
        </pc:sldMkLst>
      </pc:sldChg>
      <pc:sldChg chg="addSp modSp new mod">
        <pc:chgData name="Ravi Kumar R, Sr. Manager - OIA" userId="408be1dd-421e-4488-8e0b-a9f0fb2f4424" providerId="ADAL" clId="{38FAD3BC-5E64-482F-907D-C6E63C9E64A1}" dt="2025-07-21T10:33:51.793" v="497" actId="1076"/>
        <pc:sldMkLst>
          <pc:docMk/>
          <pc:sldMk cId="428223181" sldId="262"/>
        </pc:sldMkLst>
        <pc:spChg chg="add mod">
          <ac:chgData name="Ravi Kumar R, Sr. Manager - OIA" userId="408be1dd-421e-4488-8e0b-a9f0fb2f4424" providerId="ADAL" clId="{38FAD3BC-5E64-482F-907D-C6E63C9E64A1}" dt="2025-07-21T10:28:43.006" v="416"/>
          <ac:spMkLst>
            <pc:docMk/>
            <pc:sldMk cId="428223181" sldId="262"/>
            <ac:spMk id="2" creationId="{1BEBBFB7-DB63-564F-971B-83B0F862BB40}"/>
          </ac:spMkLst>
        </pc:spChg>
        <pc:graphicFrameChg chg="add mod modGraphic">
          <ac:chgData name="Ravi Kumar R, Sr. Manager - OIA" userId="408be1dd-421e-4488-8e0b-a9f0fb2f4424" providerId="ADAL" clId="{38FAD3BC-5E64-482F-907D-C6E63C9E64A1}" dt="2025-07-21T10:30:40.893" v="475" actId="20577"/>
          <ac:graphicFrameMkLst>
            <pc:docMk/>
            <pc:sldMk cId="428223181" sldId="262"/>
            <ac:graphicFrameMk id="3" creationId="{DE232A19-1008-6782-FE2F-8F579ABB908F}"/>
          </ac:graphicFrameMkLst>
        </pc:graphicFrameChg>
        <pc:picChg chg="add mod">
          <ac:chgData name="Ravi Kumar R, Sr. Manager - OIA" userId="408be1dd-421e-4488-8e0b-a9f0fb2f4424" providerId="ADAL" clId="{38FAD3BC-5E64-482F-907D-C6E63C9E64A1}" dt="2025-07-21T10:30:48.697" v="476" actId="1076"/>
          <ac:picMkLst>
            <pc:docMk/>
            <pc:sldMk cId="428223181" sldId="262"/>
            <ac:picMk id="4" creationId="{656A3B48-C661-AEE2-864E-92DD9B2DF5CA}"/>
          </ac:picMkLst>
        </pc:picChg>
        <pc:picChg chg="add mod modCrop">
          <ac:chgData name="Ravi Kumar R, Sr. Manager - OIA" userId="408be1dd-421e-4488-8e0b-a9f0fb2f4424" providerId="ADAL" clId="{38FAD3BC-5E64-482F-907D-C6E63C9E64A1}" dt="2025-07-21T10:31:26.243" v="484" actId="1076"/>
          <ac:picMkLst>
            <pc:docMk/>
            <pc:sldMk cId="428223181" sldId="262"/>
            <ac:picMk id="5" creationId="{11F32483-DC01-35A1-80F5-FF4A2F27EE31}"/>
          </ac:picMkLst>
        </pc:picChg>
        <pc:picChg chg="add mod modCrop">
          <ac:chgData name="Ravi Kumar R, Sr. Manager - OIA" userId="408be1dd-421e-4488-8e0b-a9f0fb2f4424" providerId="ADAL" clId="{38FAD3BC-5E64-482F-907D-C6E63C9E64A1}" dt="2025-07-21T10:32:58" v="489" actId="1076"/>
          <ac:picMkLst>
            <pc:docMk/>
            <pc:sldMk cId="428223181" sldId="262"/>
            <ac:picMk id="6" creationId="{687A0088-2171-387D-A4CB-2F0282AE7442}"/>
          </ac:picMkLst>
        </pc:picChg>
        <pc:picChg chg="add mod">
          <ac:chgData name="Ravi Kumar R, Sr. Manager - OIA" userId="408be1dd-421e-4488-8e0b-a9f0fb2f4424" providerId="ADAL" clId="{38FAD3BC-5E64-482F-907D-C6E63C9E64A1}" dt="2025-07-21T10:33:28.436" v="494" actId="1076"/>
          <ac:picMkLst>
            <pc:docMk/>
            <pc:sldMk cId="428223181" sldId="262"/>
            <ac:picMk id="7" creationId="{C20962D1-A6A8-A77D-6DAE-467BA90F99BE}"/>
          </ac:picMkLst>
        </pc:picChg>
        <pc:picChg chg="add mod">
          <ac:chgData name="Ravi Kumar R, Sr. Manager - OIA" userId="408be1dd-421e-4488-8e0b-a9f0fb2f4424" providerId="ADAL" clId="{38FAD3BC-5E64-482F-907D-C6E63C9E64A1}" dt="2025-07-21T10:33:51.793" v="497" actId="1076"/>
          <ac:picMkLst>
            <pc:docMk/>
            <pc:sldMk cId="428223181" sldId="262"/>
            <ac:picMk id="8" creationId="{5F864953-F98D-A754-2638-124F1CE0B9F7}"/>
          </ac:picMkLst>
        </pc:picChg>
      </pc:sldChg>
      <pc:sldChg chg="del">
        <pc:chgData name="Ravi Kumar R, Sr. Manager - OIA" userId="408be1dd-421e-4488-8e0b-a9f0fb2f4424" providerId="ADAL" clId="{38FAD3BC-5E64-482F-907D-C6E63C9E64A1}" dt="2025-07-21T07:09:21.822" v="49" actId="47"/>
        <pc:sldMkLst>
          <pc:docMk/>
          <pc:sldMk cId="0" sldId="263"/>
        </pc:sldMkLst>
      </pc:sldChg>
      <pc:sldChg chg="addSp delSp modSp add mod">
        <pc:chgData name="Ravi Kumar R, Sr. Manager - OIA" userId="408be1dd-421e-4488-8e0b-a9f0fb2f4424" providerId="ADAL" clId="{38FAD3BC-5E64-482F-907D-C6E63C9E64A1}" dt="2025-07-21T10:38:10.247" v="559" actId="1076"/>
        <pc:sldMkLst>
          <pc:docMk/>
          <pc:sldMk cId="3895845602" sldId="263"/>
        </pc:sldMkLst>
        <pc:graphicFrameChg chg="del">
          <ac:chgData name="Ravi Kumar R, Sr. Manager - OIA" userId="408be1dd-421e-4488-8e0b-a9f0fb2f4424" providerId="ADAL" clId="{38FAD3BC-5E64-482F-907D-C6E63C9E64A1}" dt="2025-07-21T10:34:13.802" v="500" actId="478"/>
          <ac:graphicFrameMkLst>
            <pc:docMk/>
            <pc:sldMk cId="3895845602" sldId="263"/>
            <ac:graphicFrameMk id="3" creationId="{24DF2FDC-A305-E7A3-5A9C-CEB1B37660FF}"/>
          </ac:graphicFrameMkLst>
        </pc:graphicFrameChg>
        <pc:graphicFrameChg chg="add mod modGraphic">
          <ac:chgData name="Ravi Kumar R, Sr. Manager - OIA" userId="408be1dd-421e-4488-8e0b-a9f0fb2f4424" providerId="ADAL" clId="{38FAD3BC-5E64-482F-907D-C6E63C9E64A1}" dt="2025-07-21T10:35:00.330" v="538" actId="122"/>
          <ac:graphicFrameMkLst>
            <pc:docMk/>
            <pc:sldMk cId="3895845602" sldId="263"/>
            <ac:graphicFrameMk id="9" creationId="{A6C8E735-409F-4483-AC45-FA3437F3D68B}"/>
          </ac:graphicFrameMkLst>
        </pc:graphicFrameChg>
        <pc:picChg chg="del">
          <ac:chgData name="Ravi Kumar R, Sr. Manager - OIA" userId="408be1dd-421e-4488-8e0b-a9f0fb2f4424" providerId="ADAL" clId="{38FAD3BC-5E64-482F-907D-C6E63C9E64A1}" dt="2025-07-21T10:34:09.976" v="499" actId="478"/>
          <ac:picMkLst>
            <pc:docMk/>
            <pc:sldMk cId="3895845602" sldId="263"/>
            <ac:picMk id="4" creationId="{5600C85E-CDC5-430F-E6AB-ED0B755A9B4B}"/>
          </ac:picMkLst>
        </pc:picChg>
        <pc:picChg chg="del">
          <ac:chgData name="Ravi Kumar R, Sr. Manager - OIA" userId="408be1dd-421e-4488-8e0b-a9f0fb2f4424" providerId="ADAL" clId="{38FAD3BC-5E64-482F-907D-C6E63C9E64A1}" dt="2025-07-21T10:34:09.976" v="499" actId="478"/>
          <ac:picMkLst>
            <pc:docMk/>
            <pc:sldMk cId="3895845602" sldId="263"/>
            <ac:picMk id="5" creationId="{4D3EAA4C-5E72-14DC-65E4-52C885147CA3}"/>
          </ac:picMkLst>
        </pc:picChg>
        <pc:picChg chg="del">
          <ac:chgData name="Ravi Kumar R, Sr. Manager - OIA" userId="408be1dd-421e-4488-8e0b-a9f0fb2f4424" providerId="ADAL" clId="{38FAD3BC-5E64-482F-907D-C6E63C9E64A1}" dt="2025-07-21T10:34:09.976" v="499" actId="478"/>
          <ac:picMkLst>
            <pc:docMk/>
            <pc:sldMk cId="3895845602" sldId="263"/>
            <ac:picMk id="6" creationId="{FEA05765-A75D-3EFB-02AD-9BDDB36E8760}"/>
          </ac:picMkLst>
        </pc:picChg>
        <pc:picChg chg="del">
          <ac:chgData name="Ravi Kumar R, Sr. Manager - OIA" userId="408be1dd-421e-4488-8e0b-a9f0fb2f4424" providerId="ADAL" clId="{38FAD3BC-5E64-482F-907D-C6E63C9E64A1}" dt="2025-07-21T10:34:09.976" v="499" actId="478"/>
          <ac:picMkLst>
            <pc:docMk/>
            <pc:sldMk cId="3895845602" sldId="263"/>
            <ac:picMk id="7" creationId="{6A7CA2DD-1C46-E400-03A6-FA3CBFE2926B}"/>
          </ac:picMkLst>
        </pc:picChg>
        <pc:picChg chg="del">
          <ac:chgData name="Ravi Kumar R, Sr. Manager - OIA" userId="408be1dd-421e-4488-8e0b-a9f0fb2f4424" providerId="ADAL" clId="{38FAD3BC-5E64-482F-907D-C6E63C9E64A1}" dt="2025-07-21T10:34:09.976" v="499" actId="478"/>
          <ac:picMkLst>
            <pc:docMk/>
            <pc:sldMk cId="3895845602" sldId="263"/>
            <ac:picMk id="8" creationId="{7D718AFA-B29A-55F9-F96B-E3458BE9A571}"/>
          </ac:picMkLst>
        </pc:picChg>
        <pc:picChg chg="add del mod">
          <ac:chgData name="Ravi Kumar R, Sr. Manager - OIA" userId="408be1dd-421e-4488-8e0b-a9f0fb2f4424" providerId="ADAL" clId="{38FAD3BC-5E64-482F-907D-C6E63C9E64A1}" dt="2025-07-21T10:36:31.568" v="545" actId="478"/>
          <ac:picMkLst>
            <pc:docMk/>
            <pc:sldMk cId="3895845602" sldId="263"/>
            <ac:picMk id="10" creationId="{948DDE91-A84E-5F29-380D-6CB08E665A79}"/>
          </ac:picMkLst>
        </pc:picChg>
        <pc:picChg chg="add mod modCrop">
          <ac:chgData name="Ravi Kumar R, Sr. Manager - OIA" userId="408be1dd-421e-4488-8e0b-a9f0fb2f4424" providerId="ADAL" clId="{38FAD3BC-5E64-482F-907D-C6E63C9E64A1}" dt="2025-07-21T10:36:50.218" v="550" actId="1076"/>
          <ac:picMkLst>
            <pc:docMk/>
            <pc:sldMk cId="3895845602" sldId="263"/>
            <ac:picMk id="11" creationId="{56105E03-0D15-BB08-E0EE-AC6A87A1779F}"/>
          </ac:picMkLst>
        </pc:picChg>
        <pc:picChg chg="add mod">
          <ac:chgData name="Ravi Kumar R, Sr. Manager - OIA" userId="408be1dd-421e-4488-8e0b-a9f0fb2f4424" providerId="ADAL" clId="{38FAD3BC-5E64-482F-907D-C6E63C9E64A1}" dt="2025-07-21T10:37:15.895" v="555" actId="1076"/>
          <ac:picMkLst>
            <pc:docMk/>
            <pc:sldMk cId="3895845602" sldId="263"/>
            <ac:picMk id="12" creationId="{BCBAAA7B-0A9C-2B25-7B9E-224D03081B6A}"/>
          </ac:picMkLst>
        </pc:picChg>
        <pc:picChg chg="add mod">
          <ac:chgData name="Ravi Kumar R, Sr. Manager - OIA" userId="408be1dd-421e-4488-8e0b-a9f0fb2f4424" providerId="ADAL" clId="{38FAD3BC-5E64-482F-907D-C6E63C9E64A1}" dt="2025-07-21T10:38:10.247" v="559" actId="1076"/>
          <ac:picMkLst>
            <pc:docMk/>
            <pc:sldMk cId="3895845602" sldId="263"/>
            <ac:picMk id="13" creationId="{E675B9AB-D21C-C25E-9AEB-3EEF432607D2}"/>
          </ac:picMkLst>
        </pc:picChg>
      </pc:sldChg>
      <pc:sldChg chg="del">
        <pc:chgData name="Ravi Kumar R, Sr. Manager - OIA" userId="408be1dd-421e-4488-8e0b-a9f0fb2f4424" providerId="ADAL" clId="{38FAD3BC-5E64-482F-907D-C6E63C9E64A1}" dt="2025-07-21T07:09:22.005" v="50" actId="47"/>
        <pc:sldMkLst>
          <pc:docMk/>
          <pc:sldMk cId="0" sldId="264"/>
        </pc:sldMkLst>
      </pc:sldChg>
      <pc:sldChg chg="del">
        <pc:chgData name="Ravi Kumar R, Sr. Manager - OIA" userId="408be1dd-421e-4488-8e0b-a9f0fb2f4424" providerId="ADAL" clId="{38FAD3BC-5E64-482F-907D-C6E63C9E64A1}" dt="2025-07-21T07:09:22.180" v="51" actId="47"/>
        <pc:sldMkLst>
          <pc:docMk/>
          <pc:sldMk cId="0" sldId="265"/>
        </pc:sldMkLst>
      </pc:sldChg>
      <pc:sldChg chg="del">
        <pc:chgData name="Ravi Kumar R, Sr. Manager - OIA" userId="408be1dd-421e-4488-8e0b-a9f0fb2f4424" providerId="ADAL" clId="{38FAD3BC-5E64-482F-907D-C6E63C9E64A1}" dt="2025-07-21T07:09:22.614" v="52" actId="47"/>
        <pc:sldMkLst>
          <pc:docMk/>
          <pc:sldMk cId="0" sldId="266"/>
        </pc:sldMkLst>
      </pc:sldChg>
      <pc:sldChg chg="del">
        <pc:chgData name="Ravi Kumar R, Sr. Manager - OIA" userId="408be1dd-421e-4488-8e0b-a9f0fb2f4424" providerId="ADAL" clId="{38FAD3BC-5E64-482F-907D-C6E63C9E64A1}" dt="2025-07-21T07:09:22.835" v="53" actId="47"/>
        <pc:sldMkLst>
          <pc:docMk/>
          <pc:sldMk cId="0" sldId="267"/>
        </pc:sldMkLst>
      </pc:sldChg>
      <pc:sldChg chg="del">
        <pc:chgData name="Ravi Kumar R, Sr. Manager - OIA" userId="408be1dd-421e-4488-8e0b-a9f0fb2f4424" providerId="ADAL" clId="{38FAD3BC-5E64-482F-907D-C6E63C9E64A1}" dt="2025-07-21T07:09:23.091" v="54" actId="47"/>
        <pc:sldMkLst>
          <pc:docMk/>
          <pc:sldMk cId="0" sldId="268"/>
        </pc:sldMkLst>
      </pc:sldChg>
      <pc:sldChg chg="del">
        <pc:chgData name="Ravi Kumar R, Sr. Manager - OIA" userId="408be1dd-421e-4488-8e0b-a9f0fb2f4424" providerId="ADAL" clId="{38FAD3BC-5E64-482F-907D-C6E63C9E64A1}" dt="2025-07-21T07:09:23.373" v="55" actId="47"/>
        <pc:sldMkLst>
          <pc:docMk/>
          <pc:sldMk cId="0" sldId="269"/>
        </pc:sldMkLst>
      </pc:sldChg>
      <pc:sldChg chg="del">
        <pc:chgData name="Ravi Kumar R, Sr. Manager - OIA" userId="408be1dd-421e-4488-8e0b-a9f0fb2f4424" providerId="ADAL" clId="{38FAD3BC-5E64-482F-907D-C6E63C9E64A1}" dt="2025-07-21T07:09:23.595" v="56" actId="47"/>
        <pc:sldMkLst>
          <pc:docMk/>
          <pc:sldMk cId="0" sldId="270"/>
        </pc:sldMkLst>
      </pc:sldChg>
      <pc:sldChg chg="del">
        <pc:chgData name="Ravi Kumar R, Sr. Manager - OIA" userId="408be1dd-421e-4488-8e0b-a9f0fb2f4424" providerId="ADAL" clId="{38FAD3BC-5E64-482F-907D-C6E63C9E64A1}" dt="2025-07-21T07:09:23.819" v="57" actId="47"/>
        <pc:sldMkLst>
          <pc:docMk/>
          <pc:sldMk cId="0" sldId="271"/>
        </pc:sldMkLst>
      </pc:sldChg>
      <pc:sldChg chg="del">
        <pc:chgData name="Ravi Kumar R, Sr. Manager - OIA" userId="408be1dd-421e-4488-8e0b-a9f0fb2f4424" providerId="ADAL" clId="{38FAD3BC-5E64-482F-907D-C6E63C9E64A1}" dt="2025-07-21T07:09:24.026" v="58" actId="47"/>
        <pc:sldMkLst>
          <pc:docMk/>
          <pc:sldMk cId="0" sldId="272"/>
        </pc:sldMkLst>
      </pc:sldChg>
      <pc:sldChg chg="del">
        <pc:chgData name="Ravi Kumar R, Sr. Manager - OIA" userId="408be1dd-421e-4488-8e0b-a9f0fb2f4424" providerId="ADAL" clId="{38FAD3BC-5E64-482F-907D-C6E63C9E64A1}" dt="2025-07-21T07:09:24.505" v="59" actId="47"/>
        <pc:sldMkLst>
          <pc:docMk/>
          <pc:sldMk cId="0" sldId="273"/>
        </pc:sldMkLst>
      </pc:sldChg>
      <pc:sldChg chg="del">
        <pc:chgData name="Ravi Kumar R, Sr. Manager - OIA" userId="408be1dd-421e-4488-8e0b-a9f0fb2f4424" providerId="ADAL" clId="{38FAD3BC-5E64-482F-907D-C6E63C9E64A1}" dt="2025-07-21T07:09:25.184" v="60" actId="47"/>
        <pc:sldMkLst>
          <pc:docMk/>
          <pc:sldMk cId="0" sldId="274"/>
        </pc:sldMkLst>
      </pc:sldChg>
      <pc:sldChg chg="del">
        <pc:chgData name="Ravi Kumar R, Sr. Manager - OIA" userId="408be1dd-421e-4488-8e0b-a9f0fb2f4424" providerId="ADAL" clId="{38FAD3BC-5E64-482F-907D-C6E63C9E64A1}" dt="2025-07-21T07:09:26.462" v="61" actId="47"/>
        <pc:sldMkLst>
          <pc:docMk/>
          <pc:sldMk cId="0" sldId="275"/>
        </pc:sldMkLst>
      </pc:sldChg>
      <pc:sldChg chg="del">
        <pc:chgData name="Ravi Kumar R, Sr. Manager - OIA" userId="408be1dd-421e-4488-8e0b-a9f0fb2f4424" providerId="ADAL" clId="{38FAD3BC-5E64-482F-907D-C6E63C9E64A1}" dt="2025-07-21T07:09:27.206" v="62" actId="47"/>
        <pc:sldMkLst>
          <pc:docMk/>
          <pc:sldMk cId="0" sldId="276"/>
        </pc:sldMkLst>
      </pc:sldChg>
      <pc:sldChg chg="del">
        <pc:chgData name="Ravi Kumar R, Sr. Manager - OIA" userId="408be1dd-421e-4488-8e0b-a9f0fb2f4424" providerId="ADAL" clId="{38FAD3BC-5E64-482F-907D-C6E63C9E64A1}" dt="2025-07-21T07:09:27.662" v="63" actId="47"/>
        <pc:sldMkLst>
          <pc:docMk/>
          <pc:sldMk cId="0" sldId="277"/>
        </pc:sldMkLst>
      </pc:sldChg>
      <pc:sldChg chg="del">
        <pc:chgData name="Ravi Kumar R, Sr. Manager - OIA" userId="408be1dd-421e-4488-8e0b-a9f0fb2f4424" providerId="ADAL" clId="{38FAD3BC-5E64-482F-907D-C6E63C9E64A1}" dt="2025-07-21T07:09:28.073" v="64" actId="47"/>
        <pc:sldMkLst>
          <pc:docMk/>
          <pc:sldMk cId="0" sldId="278"/>
        </pc:sldMkLst>
      </pc:sldChg>
      <pc:sldChg chg="del">
        <pc:chgData name="Ravi Kumar R, Sr. Manager - OIA" userId="408be1dd-421e-4488-8e0b-a9f0fb2f4424" providerId="ADAL" clId="{38FAD3BC-5E64-482F-907D-C6E63C9E64A1}" dt="2025-07-21T07:09:28.640" v="65" actId="47"/>
        <pc:sldMkLst>
          <pc:docMk/>
          <pc:sldMk cId="0" sldId="279"/>
        </pc:sldMkLst>
      </pc:sldChg>
      <pc:sldChg chg="del">
        <pc:chgData name="Ravi Kumar R, Sr. Manager - OIA" userId="408be1dd-421e-4488-8e0b-a9f0fb2f4424" providerId="ADAL" clId="{38FAD3BC-5E64-482F-907D-C6E63C9E64A1}" dt="2025-07-21T07:09:29.094" v="66" actId="47"/>
        <pc:sldMkLst>
          <pc:docMk/>
          <pc:sldMk cId="0" sldId="280"/>
        </pc:sldMkLst>
      </pc:sldChg>
      <pc:sldChg chg="del">
        <pc:chgData name="Ravi Kumar R, Sr. Manager - OIA" userId="408be1dd-421e-4488-8e0b-a9f0fb2f4424" providerId="ADAL" clId="{38FAD3BC-5E64-482F-907D-C6E63C9E64A1}" dt="2025-07-21T07:09:29.645" v="67" actId="47"/>
        <pc:sldMkLst>
          <pc:docMk/>
          <pc:sldMk cId="0" sldId="281"/>
        </pc:sldMkLst>
      </pc:sldChg>
      <pc:sldChg chg="del">
        <pc:chgData name="Ravi Kumar R, Sr. Manager - OIA" userId="408be1dd-421e-4488-8e0b-a9f0fb2f4424" providerId="ADAL" clId="{38FAD3BC-5E64-482F-907D-C6E63C9E64A1}" dt="2025-07-21T07:09:30.090" v="68" actId="47"/>
        <pc:sldMkLst>
          <pc:docMk/>
          <pc:sldMk cId="0" sldId="282"/>
        </pc:sldMkLst>
      </pc:sldChg>
      <pc:sldChg chg="del">
        <pc:chgData name="Ravi Kumar R, Sr. Manager - OIA" userId="408be1dd-421e-4488-8e0b-a9f0fb2f4424" providerId="ADAL" clId="{38FAD3BC-5E64-482F-907D-C6E63C9E64A1}" dt="2025-07-21T07:09:30.906" v="69" actId="47"/>
        <pc:sldMkLst>
          <pc:docMk/>
          <pc:sldMk cId="0" sldId="283"/>
        </pc:sldMkLst>
      </pc:sldChg>
      <pc:sldChg chg="del">
        <pc:chgData name="Ravi Kumar R, Sr. Manager - OIA" userId="408be1dd-421e-4488-8e0b-a9f0fb2f4424" providerId="ADAL" clId="{38FAD3BC-5E64-482F-907D-C6E63C9E64A1}" dt="2025-07-21T07:09:31.972" v="70" actId="47"/>
        <pc:sldMkLst>
          <pc:docMk/>
          <pc:sldMk cId="0" sldId="284"/>
        </pc:sldMkLst>
      </pc:sldChg>
      <pc:sldChg chg="del">
        <pc:chgData name="Ravi Kumar R, Sr. Manager - OIA" userId="408be1dd-421e-4488-8e0b-a9f0fb2f4424" providerId="ADAL" clId="{38FAD3BC-5E64-482F-907D-C6E63C9E64A1}" dt="2025-07-21T07:09:34.258" v="71" actId="47"/>
        <pc:sldMkLst>
          <pc:docMk/>
          <pc:sldMk cId="0" sldId="285"/>
        </pc:sldMkLst>
      </pc:sldChg>
      <pc:sldMasterChg chg="delSp modSp mod delSldLayout">
        <pc:chgData name="Ravi Kumar R, Sr. Manager - OIA" userId="408be1dd-421e-4488-8e0b-a9f0fb2f4424" providerId="ADAL" clId="{38FAD3BC-5E64-482F-907D-C6E63C9E64A1}" dt="2025-07-21T08:49:43.401" v="117" actId="478"/>
        <pc:sldMasterMkLst>
          <pc:docMk/>
          <pc:sldMasterMk cId="0" sldId="2147483648"/>
        </pc:sldMasterMkLst>
        <pc:spChg chg="del mod">
          <ac:chgData name="Ravi Kumar R, Sr. Manager - OIA" userId="408be1dd-421e-4488-8e0b-a9f0fb2f4424" providerId="ADAL" clId="{38FAD3BC-5E64-482F-907D-C6E63C9E64A1}" dt="2025-07-21T08:49:43.401" v="117" actId="478"/>
          <ac:spMkLst>
            <pc:docMk/>
            <pc:sldMasterMk cId="0" sldId="2147483648"/>
            <ac:spMk id="11" creationId="{726A4CD0-BD3F-C356-7209-1106FC4E6DF1}"/>
          </ac:spMkLst>
        </pc:spChg>
        <pc:sldLayoutChg chg="del">
          <pc:chgData name="Ravi Kumar R, Sr. Manager - OIA" userId="408be1dd-421e-4488-8e0b-a9f0fb2f4424" providerId="ADAL" clId="{38FAD3BC-5E64-482F-907D-C6E63C9E64A1}" dt="2025-07-21T07:09:22.835" v="53" actId="47"/>
          <pc:sldLayoutMkLst>
            <pc:docMk/>
            <pc:sldMasterMk cId="0" sldId="2147483648"/>
            <pc:sldLayoutMk cId="3880746245" sldId="2147483650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34.258" v="71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31.972" v="70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6.462" v="61" actId="47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3.595" v="56" actId="4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3.091" v="54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7.206" v="62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5.184" v="60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4.026" v="58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3.819" v="57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3.373" v="55" actId="47"/>
          <pc:sldLayoutMkLst>
            <pc:docMk/>
            <pc:sldMasterMk cId="0" sldId="2147483648"/>
            <pc:sldLayoutMk cId="0" sldId="2147483660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2.614" v="52" actId="47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2.180" v="51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2.005" v="50" actId="47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1.645" v="48" actId="47"/>
          <pc:sldLayoutMkLst>
            <pc:docMk/>
            <pc:sldMasterMk cId="0" sldId="2147483648"/>
            <pc:sldLayoutMk cId="0" sldId="2147483664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1.822" v="49" actId="47"/>
          <pc:sldLayoutMkLst>
            <pc:docMk/>
            <pc:sldMasterMk cId="0" sldId="2147483648"/>
            <pc:sldLayoutMk cId="0" sldId="2147483665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1.438" v="47" actId="47"/>
          <pc:sldLayoutMkLst>
            <pc:docMk/>
            <pc:sldMasterMk cId="0" sldId="2147483648"/>
            <pc:sldLayoutMk cId="0" sldId="2147483666"/>
          </pc:sldLayoutMkLst>
        </pc:sldLayoutChg>
        <pc:sldLayoutChg chg="del">
          <pc:chgData name="Ravi Kumar R, Sr. Manager - OIA" userId="408be1dd-421e-4488-8e0b-a9f0fb2f4424" providerId="ADAL" clId="{38FAD3BC-5E64-482F-907D-C6E63C9E64A1}" dt="2025-07-21T07:09:21.113" v="45" actId="47"/>
          <pc:sldLayoutMkLst>
            <pc:docMk/>
            <pc:sldMasterMk cId="0" sldId="2147483648"/>
            <pc:sldLayoutMk cId="0" sldId="2147483667"/>
          </pc:sldLayoutMkLst>
        </pc:sldLayoutChg>
      </pc:sldMasterChg>
      <pc:sldMasterChg chg="addSp">
        <pc:chgData name="Ravi Kumar R, Sr. Manager - OIA" userId="408be1dd-421e-4488-8e0b-a9f0fb2f4424" providerId="ADAL" clId="{38FAD3BC-5E64-482F-907D-C6E63C9E64A1}" dt="2025-07-21T07:13:42.198" v="73"/>
        <pc:sldMasterMkLst>
          <pc:docMk/>
          <pc:sldMasterMk cId="4188423925" sldId="2147483669"/>
        </pc:sldMasterMkLst>
        <pc:spChg chg="add">
          <ac:chgData name="Ravi Kumar R, Sr. Manager - OIA" userId="408be1dd-421e-4488-8e0b-a9f0fb2f4424" providerId="ADAL" clId="{38FAD3BC-5E64-482F-907D-C6E63C9E64A1}" dt="2025-07-21T07:13:42.198" v="73"/>
          <ac:spMkLst>
            <pc:docMk/>
            <pc:sldMasterMk cId="4188423925" sldId="2147483669"/>
            <ac:spMk id="9" creationId="{926C1D1D-E9EF-A6AC-8960-A5544877C1D3}"/>
          </ac:spMkLst>
        </pc:spChg>
        <pc:picChg chg="add">
          <ac:chgData name="Ravi Kumar R, Sr. Manager - OIA" userId="408be1dd-421e-4488-8e0b-a9f0fb2f4424" providerId="ADAL" clId="{38FAD3BC-5E64-482F-907D-C6E63C9E64A1}" dt="2025-07-21T07:13:42.198" v="73"/>
          <ac:picMkLst>
            <pc:docMk/>
            <pc:sldMasterMk cId="4188423925" sldId="2147483669"/>
            <ac:picMk id="8" creationId="{14F0DA34-F91C-1D1F-A3EA-173F6D80E297}"/>
          </ac:picMkLst>
        </pc:picChg>
      </pc:sldMasterChg>
    </pc:docChg>
  </pc:docChgLst>
  <pc:docChgLst>
    <pc:chgData name="Ravi Kumar R, Sr. Manager - OIA" userId="408be1dd-421e-4488-8e0b-a9f0fb2f4424" providerId="ADAL" clId="{41D3632F-BD9B-4D69-BCF5-77EB247977BB}"/>
    <pc:docChg chg="modSld">
      <pc:chgData name="Ravi Kumar R, Sr. Manager - OIA" userId="408be1dd-421e-4488-8e0b-a9f0fb2f4424" providerId="ADAL" clId="{41D3632F-BD9B-4D69-BCF5-77EB247977BB}" dt="2025-06-02T03:56:49.659" v="0" actId="1076"/>
      <pc:docMkLst>
        <pc:docMk/>
      </pc:docMkLst>
      <pc:sldChg chg="modSp mod">
        <pc:chgData name="Ravi Kumar R, Sr. Manager - OIA" userId="408be1dd-421e-4488-8e0b-a9f0fb2f4424" providerId="ADAL" clId="{41D3632F-BD9B-4D69-BCF5-77EB247977BB}" dt="2025-06-02T03:56:49.659" v="0" actId="1076"/>
        <pc:sldMkLst>
          <pc:docMk/>
          <pc:sldMk cId="0" sldId="2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1AABF-18CB-382E-298C-8196D3F69D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5E6A1-C4EE-6883-D5AC-98939827ED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2C540-6F18-412D-936D-4A210F23E2F3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A6ECF-AA02-CE6E-7EF4-0ADC2665A8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53CF1-B111-3020-C6D2-F4F873E1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A82B2-859D-43C2-B70A-113A1480D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1000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8" name="Shape 1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200">
        <a:latin typeface="+mn-lt"/>
        <a:ea typeface="+mn-ea"/>
        <a:cs typeface="+mn-cs"/>
        <a:sym typeface="Segoe UI"/>
      </a:defRPr>
    </a:lvl1pPr>
    <a:lvl2pPr indent="228600" latinLnBrk="0">
      <a:defRPr sz="1200">
        <a:latin typeface="+mn-lt"/>
        <a:ea typeface="+mn-ea"/>
        <a:cs typeface="+mn-cs"/>
        <a:sym typeface="Segoe UI"/>
      </a:defRPr>
    </a:lvl2pPr>
    <a:lvl3pPr indent="457200" latinLnBrk="0">
      <a:defRPr sz="1200">
        <a:latin typeface="+mn-lt"/>
        <a:ea typeface="+mn-ea"/>
        <a:cs typeface="+mn-cs"/>
        <a:sym typeface="Segoe UI"/>
      </a:defRPr>
    </a:lvl3pPr>
    <a:lvl4pPr indent="685800" latinLnBrk="0">
      <a:defRPr sz="1200">
        <a:latin typeface="+mn-lt"/>
        <a:ea typeface="+mn-ea"/>
        <a:cs typeface="+mn-cs"/>
        <a:sym typeface="Segoe UI"/>
      </a:defRPr>
    </a:lvl4pPr>
    <a:lvl5pPr indent="914400" latinLnBrk="0">
      <a:defRPr sz="1200">
        <a:latin typeface="+mn-lt"/>
        <a:ea typeface="+mn-ea"/>
        <a:cs typeface="+mn-cs"/>
        <a:sym typeface="Segoe UI"/>
      </a:defRPr>
    </a:lvl5pPr>
    <a:lvl6pPr indent="1143000" latinLnBrk="0">
      <a:defRPr sz="1200">
        <a:latin typeface="+mn-lt"/>
        <a:ea typeface="+mn-ea"/>
        <a:cs typeface="+mn-cs"/>
        <a:sym typeface="Segoe UI"/>
      </a:defRPr>
    </a:lvl6pPr>
    <a:lvl7pPr indent="1371600" latinLnBrk="0">
      <a:defRPr sz="1200">
        <a:latin typeface="+mn-lt"/>
        <a:ea typeface="+mn-ea"/>
        <a:cs typeface="+mn-cs"/>
        <a:sym typeface="Segoe UI"/>
      </a:defRPr>
    </a:lvl7pPr>
    <a:lvl8pPr indent="1600200" latinLnBrk="0">
      <a:defRPr sz="1200">
        <a:latin typeface="+mn-lt"/>
        <a:ea typeface="+mn-ea"/>
        <a:cs typeface="+mn-cs"/>
        <a:sym typeface="Segoe UI"/>
      </a:defRPr>
    </a:lvl8pPr>
    <a:lvl9pPr indent="1828800" latinLnBrk="0">
      <a:defRPr sz="1200">
        <a:latin typeface="+mn-lt"/>
        <a:ea typeface="+mn-ea"/>
        <a:cs typeface="+mn-cs"/>
        <a:sym typeface="Segoe U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23632"/>
            <a:ext cx="45719" cy="262170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 b="1">
                <a:solidFill>
                  <a:schemeClr val="accent3">
                    <a:alpha val="64999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D046F-B34F-1446-0826-53E04B5FF5C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91" y="423631"/>
            <a:ext cx="1209596" cy="2621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hf sldNum="0" hd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D447A6-BEB0-A625-F246-0ABF55985D2C}"/>
              </a:ext>
            </a:extLst>
          </p:cNvPr>
          <p:cNvSpPr txBox="1"/>
          <p:nvPr/>
        </p:nvSpPr>
        <p:spPr>
          <a:xfrm>
            <a:off x="1665514" y="150674"/>
            <a:ext cx="10036629" cy="892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hangingPunct="1"/>
            <a:r>
              <a:rPr lang="en-I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ECE1512 - DESIGN THINKING IN PRACTICE  </a:t>
            </a:r>
          </a:p>
          <a:p>
            <a:pPr algn="ctr" hangingPunct="1"/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Phase I Review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86177-579D-D3CC-9818-C3F3B70E2EFA}"/>
              </a:ext>
            </a:extLst>
          </p:cNvPr>
          <p:cNvSpPr txBox="1"/>
          <p:nvPr/>
        </p:nvSpPr>
        <p:spPr>
          <a:xfrm>
            <a:off x="548640" y="1005840"/>
            <a:ext cx="11091672" cy="1280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2B4A"/>
                </a:solidFill>
                <a:latin typeface="Times New Roman"/>
              </a:rPr>
              <a:t>AI-Assisted Precision Spraying Bot</a:t>
            </a:r>
          </a:p>
          <a:p>
            <a:pPr algn="ctr"/>
            <a:r>
              <a:rPr sz="1800" b="0">
                <a:solidFill>
                  <a:srgbClr val="1B2B4A"/>
                </a:solidFill>
                <a:latin typeface="Times New Roman"/>
              </a:rPr>
              <a:t>Targeted Pesticide Application and Chemical Usage Reduction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A7DE2-E070-8658-D26E-9A93E3ABEFF6}"/>
              </a:ext>
            </a:extLst>
          </p:cNvPr>
          <p:cNvSpPr txBox="1"/>
          <p:nvPr/>
        </p:nvSpPr>
        <p:spPr>
          <a:xfrm>
            <a:off x="392049" y="2286000"/>
            <a:ext cx="2194560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/>
            <a:r>
              <a:rPr sz="1200" b="0" dirty="0">
                <a:solidFill>
                  <a:srgbClr val="1B2B4A"/>
                </a:solidFill>
                <a:latin typeface="Times New Roman"/>
              </a:rPr>
              <a:t> INVO-</a:t>
            </a:r>
            <a:r>
              <a:rPr lang="en-US" sz="1200" b="0" dirty="0">
                <a:solidFill>
                  <a:srgbClr val="1B2B4A"/>
                </a:solidFill>
                <a:latin typeface="Times New Roman"/>
              </a:rPr>
              <a:t>05</a:t>
            </a:r>
            <a:endParaRPr sz="1200" b="0" dirty="0">
              <a:solidFill>
                <a:srgbClr val="1B2B4A"/>
              </a:solidFill>
              <a:latin typeface="Times New Roman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D7A33F1-858F-A307-2AEF-551409CBD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02337"/>
              </p:ext>
            </p:extLst>
          </p:nvPr>
        </p:nvGraphicFramePr>
        <p:xfrm>
          <a:off x="2816877" y="2651714"/>
          <a:ext cx="7106324" cy="2260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3162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5316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766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7667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[Team Member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[Roll No. ECE-XXXX]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7667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[Team Member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[Roll No. ECE-XXXX]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7667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[Team Member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[Roll No. ECE-XXXX]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  <a:tr h="37667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[Team Member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[Roll No. ECE-XXXX]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316552"/>
                  </a:ext>
                </a:extLst>
              </a:tr>
              <a:tr h="37667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[Team Member 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/>
                        </a:rPr>
                        <a:t>[Roll No. ECE-XXXX]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0599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6C9FE74-EE70-4649-1F79-ECCE35759003}"/>
              </a:ext>
            </a:extLst>
          </p:cNvPr>
          <p:cNvSpPr txBox="1"/>
          <p:nvPr/>
        </p:nvSpPr>
        <p:spPr>
          <a:xfrm>
            <a:off x="3419856" y="5038344"/>
            <a:ext cx="6217920" cy="1280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B2B4A"/>
                </a:solidFill>
                <a:latin typeface="Times New Roman"/>
              </a:rPr>
              <a:t>Under the supervision of</a:t>
            </a:r>
          </a:p>
          <a:p>
            <a:pPr algn="ctr"/>
            <a:r>
              <a:rPr sz="2200" b="1">
                <a:solidFill>
                  <a:srgbClr val="1B2B4A"/>
                </a:solidFill>
                <a:latin typeface="Times New Roman"/>
              </a:rPr>
              <a:t>[Guide Name]</a:t>
            </a:r>
          </a:p>
          <a:p>
            <a:pPr algn="ctr"/>
            <a:r>
              <a:rPr sz="1600" b="0">
                <a:solidFill>
                  <a:srgbClr val="1B2B4A"/>
                </a:solidFill>
                <a:latin typeface="Times New Roman"/>
              </a:rPr>
              <a:t>[Assistant / Associate Professor]</a:t>
            </a:r>
          </a:p>
          <a:p>
            <a:pPr algn="ctr"/>
            <a:r>
              <a:rPr sz="1400" b="0">
                <a:solidFill>
                  <a:srgbClr val="1B2B4A"/>
                </a:solidFill>
                <a:latin typeface="Times New Roman"/>
              </a:rPr>
              <a:t>Department of Electronics and Communication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02D9AD-B745-A09F-24D3-B0E71260236D}"/>
              </a:ext>
            </a:extLst>
          </p:cNvPr>
          <p:cNvSpPr txBox="1"/>
          <p:nvPr/>
        </p:nvSpPr>
        <p:spPr>
          <a:xfrm>
            <a:off x="9585960" y="2148817"/>
            <a:ext cx="2606040" cy="64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/>
            <a:r>
              <a:rPr sz="1400" b="1" dirty="0">
                <a:solidFill>
                  <a:srgbClr val="1B2B4A"/>
                </a:solidFill>
                <a:latin typeface="Times New Roman"/>
              </a:rPr>
              <a:t>Domain:</a:t>
            </a:r>
          </a:p>
          <a:p>
            <a:pPr algn="l"/>
            <a:r>
              <a:rPr sz="1100" b="1" dirty="0">
                <a:solidFill>
                  <a:srgbClr val="1F6F3A"/>
                </a:solidFill>
                <a:latin typeface="Times New Roman"/>
              </a:rPr>
              <a:t>AI &amp; Robotics in Precision Agriculture</a:t>
            </a:r>
          </a:p>
        </p:txBody>
      </p:sp>
    </p:spTree>
    <p:extLst>
      <p:ext uri="{BB962C8B-B14F-4D97-AF65-F5344CB8AC3E}">
        <p14:creationId xmlns:p14="http://schemas.microsoft.com/office/powerpoint/2010/main" val="147579012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BD484F-FAF3-1325-258A-9AB87EA20FD9}"/>
              </a:ext>
            </a:extLst>
          </p:cNvPr>
          <p:cNvSpPr txBox="1"/>
          <p:nvPr/>
        </p:nvSpPr>
        <p:spPr>
          <a:xfrm>
            <a:off x="678711" y="879464"/>
            <a:ext cx="9650945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65C80D-A153-DBFD-EBA3-CD8CD69C7C28}"/>
              </a:ext>
            </a:extLst>
          </p:cNvPr>
          <p:cNvSpPr txBox="1">
            <a:spLocks/>
          </p:cNvSpPr>
          <p:nvPr/>
        </p:nvSpPr>
        <p:spPr>
          <a:xfrm>
            <a:off x="678711" y="1621721"/>
            <a:ext cx="10889511" cy="4193176"/>
          </a:xfrm>
          <a:prstGeom prst="rect">
            <a:avLst/>
          </a:prstGeom>
        </p:spPr>
        <p:txBody>
          <a:bodyPr wrap="square"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r>
              <a:rPr sz="2200" b="1">
                <a:solidFill>
                  <a:srgbClr val="1B2B4A"/>
                </a:solidFill>
                <a:latin typeface="Times New Roman"/>
              </a:rPr>
              <a:t>Problem Statement</a:t>
            </a:r>
          </a:p>
          <a:p>
            <a:r>
              <a:rPr sz="1600" b="0">
                <a:solidFill>
                  <a:srgbClr val="1B2B4A"/>
                </a:solidFill>
                <a:latin typeface="Times New Roman"/>
              </a:rPr>
              <a:t>1.  Conventional spraying applies pesticides uniformly across entire crop fields — including healthy plants — causing excess chemical usage, higher farming cost, and increased environmental exposure.</a:t>
            </a:r>
          </a:p>
          <a:p>
            <a:endParaRPr sz="1600" b="0">
              <a:solidFill>
                <a:srgbClr val="1B2B4A"/>
              </a:solidFill>
              <a:latin typeface="Times New Roman"/>
            </a:endParaRPr>
          </a:p>
          <a:p>
            <a:r>
              <a:rPr sz="1600" b="0">
                <a:solidFill>
                  <a:srgbClr val="1B2B4A"/>
                </a:solidFill>
                <a:latin typeface="Times New Roman"/>
              </a:rPr>
              <a:t>2.  Farmers need an affordable automated system that can identify target plants / affected regions and deliver pesticides only where required.</a:t>
            </a:r>
          </a:p>
          <a:p>
            <a:endParaRPr sz="1600" b="0">
              <a:solidFill>
                <a:srgbClr val="1B2B4A"/>
              </a:solidFill>
              <a:latin typeface="Times New Roman"/>
            </a:endParaRPr>
          </a:p>
          <a:p>
            <a:r>
              <a:rPr sz="1600" b="1">
                <a:solidFill>
                  <a:srgbClr val="1F6F3A"/>
                </a:solidFill>
                <a:latin typeface="Times New Roman"/>
              </a:rPr>
              <a:t>Key issues highlighted:</a:t>
            </a:r>
          </a:p>
          <a:p>
            <a:r>
              <a:rPr sz="1400" b="0">
                <a:solidFill>
                  <a:srgbClr val="1B2B4A"/>
                </a:solidFill>
                <a:latin typeface="Times New Roman"/>
              </a:rPr>
              <a:t>Excess chemical usage  •  High operational cost  •  Environmental contamination  •  Non-target spraying  •  Need for precision agriculture</a:t>
            </a:r>
          </a:p>
          <a:p>
            <a:endParaRPr sz="1400" b="0">
              <a:solidFill>
                <a:srgbClr val="1B2B4A"/>
              </a:solidFill>
              <a:latin typeface="Times New Roman"/>
            </a:endParaRPr>
          </a:p>
          <a:p>
            <a:pPr algn="ctr"/>
            <a:r>
              <a:rPr sz="1400" b="1">
                <a:solidFill>
                  <a:srgbClr val="1B2B4A"/>
                </a:solidFill>
                <a:latin typeface="Times New Roman"/>
              </a:rPr>
              <a:t>Conventional Blanket Spraying  →  Chemical Waste</a:t>
            </a:r>
          </a:p>
          <a:p>
            <a:pPr algn="ctr"/>
            <a:r>
              <a:rPr sz="1200" b="1">
                <a:solidFill>
                  <a:srgbClr val="1F6F3A"/>
                </a:solidFill>
                <a:latin typeface="Times New Roman"/>
              </a:rPr>
              <a:t>                       vs.</a:t>
            </a:r>
          </a:p>
          <a:p>
            <a:pPr algn="ctr"/>
            <a:r>
              <a:rPr sz="1400" b="1">
                <a:solidFill>
                  <a:srgbClr val="1F6F3A"/>
                </a:solidFill>
                <a:latin typeface="Times New Roman"/>
              </a:rPr>
              <a:t>AI Detection  →  Targeted Spraying  →  Reduced Chemical Usage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F516-1742-0727-2901-2F0A11BB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6E4F42-EE41-6CFE-259E-5E1C9DBB808A}"/>
              </a:ext>
            </a:extLst>
          </p:cNvPr>
          <p:cNvSpPr txBox="1"/>
          <p:nvPr/>
        </p:nvSpPr>
        <p:spPr>
          <a:xfrm>
            <a:off x="678711" y="879464"/>
            <a:ext cx="9650945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(Describe your Idea/Solution/Prototype)</a:t>
            </a:r>
          </a:p>
          <a:p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57D61F-FC0A-8D2B-35A3-F34085B7B16B}"/>
              </a:ext>
            </a:extLst>
          </p:cNvPr>
          <p:cNvSpPr txBox="1">
            <a:spLocks/>
          </p:cNvSpPr>
          <p:nvPr/>
        </p:nvSpPr>
        <p:spPr>
          <a:xfrm>
            <a:off x="678711" y="1621721"/>
            <a:ext cx="10889511" cy="4193176"/>
          </a:xfrm>
          <a:prstGeom prst="rect">
            <a:avLst/>
          </a:prstGeom>
        </p:spPr>
        <p:txBody>
          <a:bodyPr wrap="square"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r>
              <a:rPr sz="1800" b="1">
                <a:solidFill>
                  <a:srgbClr val="1B2B4A"/>
                </a:solidFill>
                <a:latin typeface="Times New Roman"/>
              </a:rPr>
              <a:t>Proposed Solution — AI-Assisted Mobile Spraying Bot</a:t>
            </a:r>
          </a:p>
          <a:p>
            <a:r>
              <a:rPr sz="1300" b="0">
                <a:solidFill>
                  <a:srgbClr val="1B2B4A"/>
                </a:solidFill>
                <a:latin typeface="Times New Roman"/>
              </a:rPr>
              <a:t>A compact autonomous bot using computer vision that detects target plants or affected regions and sprays pesticide only on the detected location.</a:t>
            </a:r>
          </a:p>
          <a:p>
            <a:endParaRPr sz="13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How it works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Camera captures crop images while the bot moves through crop rows.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AI / Computer Vision model identifies target plants or affected regions.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Controller decides whether to spray and switches the right nozzle.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Pump delivers a controlled quantity of pesticide only toward the target.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Ultrasonic / ToF sensors support navigation and obstacle detection.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Detection &amp; spray events are logged for later analysis.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1F6F3A"/>
                </a:solidFill>
                <a:latin typeface="Times New Roman"/>
              </a:rPr>
              <a:t>Innovation:  Detect first. Decide precisely. Spray only where required.</a:t>
            </a:r>
          </a:p>
        </p:txBody>
      </p:sp>
      <p:pic>
        <p:nvPicPr>
          <p:cNvPr id="5" name="Picture 4" descr="solu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91640"/>
            <a:ext cx="324612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503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C1BB-49F5-6BAD-D6FD-1D45FA02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A7A6F3-1857-EEFD-157E-8BF3F187AE30}"/>
              </a:ext>
            </a:extLst>
          </p:cNvPr>
          <p:cNvSpPr txBox="1"/>
          <p:nvPr/>
        </p:nvSpPr>
        <p:spPr>
          <a:xfrm>
            <a:off x="678711" y="890350"/>
            <a:ext cx="1022054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3606DB-C195-021B-34F2-E4A43C3B27EF}"/>
              </a:ext>
            </a:extLst>
          </p:cNvPr>
          <p:cNvSpPr txBox="1">
            <a:spLocks/>
          </p:cNvSpPr>
          <p:nvPr/>
        </p:nvSpPr>
        <p:spPr>
          <a:xfrm>
            <a:off x="678711" y="1512864"/>
            <a:ext cx="10889511" cy="4193176"/>
          </a:xfrm>
          <a:prstGeom prst="rect">
            <a:avLst/>
          </a:prstGeom>
        </p:spPr>
        <p:txBody>
          <a:bodyPr wrap="square"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r>
              <a:rPr sz="1600" b="1">
                <a:solidFill>
                  <a:srgbClr val="1B2B4A"/>
                </a:solidFill>
                <a:latin typeface="Times New Roman"/>
              </a:rPr>
              <a:t>Workflow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Camera  →  Image Acquisition  →  Pre-processing  →  AI / CV Model  →  Target Detection  →  Decision &amp; Control  →  Pump + Solenoid / Nozzle  →  Precision Spraying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Hardware Components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ESP32 / Arduino microcontroller  (Raspberry Pi for edge-compute)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Camera module  •  DC motors  •  Motor driver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Pump  •  Solenoid valve  •  Precision spray nozzle  •  Chemical tank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Ultrasonic / ToF obstacle sensors  •  Battery  •  Robot chassis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Software / AI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Python  •  OpenCV  •  TensorFlow / PyTorch  •  Object-detection model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Embedded C / C++ for microcontroller actuation logic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100" b="0">
                <a:solidFill>
                  <a:srgbClr val="1B2B4A"/>
                </a:solidFill>
                <a:latin typeface="Times New Roman"/>
              </a:rPr>
              <a:t>The AI model is trained on labelled images of healthy and affected crops; the microcontroller converts each detection into a controlled spray action.</a:t>
            </a:r>
          </a:p>
        </p:txBody>
      </p:sp>
      <p:pic>
        <p:nvPicPr>
          <p:cNvPr id="5" name="Picture 4" descr="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91640"/>
            <a:ext cx="3246120" cy="486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0456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57A3-B1DE-01D8-D753-F8045DB6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16939F-1FB1-F90C-71F5-57D94834A8B8}"/>
              </a:ext>
            </a:extLst>
          </p:cNvPr>
          <p:cNvSpPr txBox="1"/>
          <p:nvPr/>
        </p:nvSpPr>
        <p:spPr>
          <a:xfrm>
            <a:off x="623778" y="989644"/>
            <a:ext cx="1022054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Society/Community/Industry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00A61F-F634-6364-86EA-DF1C099A2E58}"/>
              </a:ext>
            </a:extLst>
          </p:cNvPr>
          <p:cNvSpPr txBox="1">
            <a:spLocks/>
          </p:cNvSpPr>
          <p:nvPr/>
        </p:nvSpPr>
        <p:spPr>
          <a:xfrm>
            <a:off x="676656" y="2011680"/>
            <a:ext cx="10890504" cy="3931920"/>
          </a:xfrm>
          <a:prstGeom prst="rect">
            <a:avLst/>
          </a:prstGeom>
        </p:spPr>
        <p:txBody>
          <a:bodyPr wrap="square"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r>
              <a:rPr sz="1400" b="1">
                <a:solidFill>
                  <a:srgbClr val="1F6F3A"/>
                </a:solidFill>
                <a:latin typeface="Times New Roman"/>
              </a:rPr>
              <a:t>Environmental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Reduced unnecessary pesticide application  •  Lower chemical runoff and environmental exposure  •  More sustainable crop protection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Economic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Reduced pesticide wastage and recurring spraying cost  •  Lower manual spraying labour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Agricultural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More precise crop treatment  •  Automated monitoring  •  Improved input-use efficiency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Social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Reduced worker exposure to chemicals  •  Potential low-cost benefit for small and medium-scale farmers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Industry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Supports the transition toward precision agriculture and smart farming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A785B-D346-6630-E07B-6558F0695F27}"/>
              </a:ext>
            </a:extLst>
          </p:cNvPr>
          <p:cNvSpPr txBox="1"/>
          <p:nvPr/>
        </p:nvSpPr>
        <p:spPr>
          <a:xfrm>
            <a:off x="676656" y="1481328"/>
            <a:ext cx="10890504" cy="457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6F3A"/>
                </a:solidFill>
                <a:latin typeface="Times New Roman"/>
              </a:rPr>
              <a:t>Farmer   |   Crop   |   Environment   |   Agriculture Industry</a:t>
            </a:r>
          </a:p>
        </p:txBody>
      </p:sp>
    </p:spTree>
    <p:extLst>
      <p:ext uri="{BB962C8B-B14F-4D97-AF65-F5344CB8AC3E}">
        <p14:creationId xmlns:p14="http://schemas.microsoft.com/office/powerpoint/2010/main" val="32810893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654D-CB6A-6899-2A01-06B69279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969761-513F-6C59-E93B-C71F158AB24E}"/>
              </a:ext>
            </a:extLst>
          </p:cNvPr>
          <p:cNvSpPr txBox="1"/>
          <p:nvPr/>
        </p:nvSpPr>
        <p:spPr>
          <a:xfrm>
            <a:off x="603398" y="890350"/>
            <a:ext cx="1022054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7A8E0E-6D8C-9016-69DC-CB86125CC2EA}"/>
              </a:ext>
            </a:extLst>
          </p:cNvPr>
          <p:cNvSpPr txBox="1">
            <a:spLocks/>
          </p:cNvSpPr>
          <p:nvPr/>
        </p:nvSpPr>
        <p:spPr>
          <a:xfrm>
            <a:off x="676656" y="1417320"/>
            <a:ext cx="10890504" cy="2240280"/>
          </a:xfrm>
          <a:prstGeom prst="rect">
            <a:avLst/>
          </a:prstGeom>
        </p:spPr>
        <p:txBody>
          <a:bodyPr wrap="square"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r>
              <a:rPr sz="1800" b="1">
                <a:solidFill>
                  <a:srgbClr val="1B2B4A"/>
                </a:solidFill>
                <a:latin typeface="Times New Roman"/>
              </a:rPr>
              <a:t>Expected Outcomes</a:t>
            </a: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Primary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Working robotic prototype for targeted spraying  •  AI-based crop / target detection  •  Automatic spray actuation  •  Controlled pesticide delivery  •  Demonstration of precision spraying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Future Possibilities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GPS / RTK navigation  •  IoT monitoring dashboard  •  Remote monitoring  •  Multi-crop detection  •  Improved AI models  •  Variable-rate spraying  •  Farm-mapping &amp; analytics</a:t>
            </a:r>
          </a:p>
          <a:p>
            <a:endParaRPr sz="1200" b="0">
              <a:solidFill>
                <a:srgbClr val="1B2B4A"/>
              </a:solidFill>
              <a:latin typeface="Times New Roman"/>
            </a:endParaRPr>
          </a:p>
          <a:p>
            <a:r>
              <a:rPr sz="1400" b="1">
                <a:solidFill>
                  <a:srgbClr val="1F6F3A"/>
                </a:solidFill>
                <a:latin typeface="Times New Roman"/>
              </a:rPr>
              <a:t>Applicable Outcome Streams (template)</a:t>
            </a:r>
          </a:p>
          <a:p>
            <a:r>
              <a:rPr sz="1200" b="0">
                <a:solidFill>
                  <a:srgbClr val="1B2B4A"/>
                </a:solidFill>
                <a:latin typeface="Times New Roman"/>
              </a:rPr>
              <a:t>• Product Development  •  Patent (to be evaluated)  •  National / State Hackathon (e.g. Smart India Hackathon)  •  Paper Publication (Journal / Conference applied)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749039"/>
            <a:ext cx="10890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4A"/>
                </a:solidFill>
                <a:latin typeface="Times New Roman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160520"/>
            <a:ext cx="5349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3A"/>
                </a:solidFill>
                <a:latin typeface="Times New Roman"/>
              </a:rPr>
              <a:t>Video References (5):</a:t>
            </a:r>
          </a:p>
          <a:p>
            <a:r>
              <a:rPr sz="1100" b="1" i="0">
                <a:solidFill>
                  <a:srgbClr val="1B2B4A"/>
                </a:solidFill>
                <a:latin typeface="Times New Roman"/>
              </a:rPr>
              <a:t>• Niqo RoboSpray — Sustainable Spot-Spray Robot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https://www.youtube.com/watch?v=RvwfLtqa8XU</a:t>
            </a:r>
          </a:p>
          <a:p>
            <a:r>
              <a:rPr sz="1100" b="1" i="0">
                <a:solidFill>
                  <a:srgbClr val="1B2B4A"/>
                </a:solidFill>
                <a:latin typeface="Times New Roman"/>
              </a:rPr>
              <a:t>• Olin College — Autonomous Weeding Robot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https://www.youtube.com/watch?v=1o4XHH5yOmw</a:t>
            </a:r>
          </a:p>
          <a:p>
            <a:r>
              <a:rPr sz="1100" b="1" i="0">
                <a:solidFill>
                  <a:srgbClr val="1B2B4A"/>
                </a:solidFill>
                <a:latin typeface="Times New Roman"/>
              </a:rPr>
              <a:t>• XMachines Autonomous Spraying Robot (greenhouse)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https://www.youtube.com/watch?v=n1G4g6HFJKs</a:t>
            </a:r>
          </a:p>
          <a:p>
            <a:r>
              <a:rPr sz="1100" b="1" i="0">
                <a:solidFill>
                  <a:srgbClr val="1B2B4A"/>
                </a:solidFill>
                <a:latin typeface="Times New Roman"/>
              </a:rPr>
              <a:t>• Verdant Robotics Smart Sprayer — Precision Farming Dealer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https://www.youtube.com/watch?v=6jlHM0x6Nhk</a:t>
            </a:r>
          </a:p>
          <a:p>
            <a:r>
              <a:rPr sz="1100" b="1" i="0">
                <a:solidFill>
                  <a:srgbClr val="1B2B4A"/>
                </a:solidFill>
                <a:latin typeface="Times New Roman"/>
              </a:rPr>
              <a:t>• Digital Agriculture &amp; AI Lab — AI for Crop Disease Detection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https://www.youtube.com/watch?v=xITkfJ78wUI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349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6F3A"/>
                </a:solidFill>
                <a:latin typeface="Times New Roman"/>
              </a:rPr>
              <a:t>Article / Research References (5):</a:t>
            </a:r>
          </a:p>
          <a:p>
            <a:r>
              <a:rPr sz="1000" b="1" i="0">
                <a:solidFill>
                  <a:srgbClr val="1B2B4A"/>
                </a:solidFill>
                <a:latin typeface="Times New Roman"/>
              </a:rPr>
              <a:t>• Fan X., Chai X., Zhou J., Sun T. (2023) — Deep learning weed detection &amp; targeted spraying robot (cotton seedling), Computers and Electronics in Agriculture.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https://doi.org/10.1016/j.compag.2023.108269</a:t>
            </a:r>
          </a:p>
          <a:p>
            <a:r>
              <a:rPr sz="1000" b="1" i="0">
                <a:solidFill>
                  <a:srgbClr val="1B2B4A"/>
                </a:solidFill>
                <a:latin typeface="Times New Roman"/>
              </a:rPr>
              <a:t>• Nasir F.E., Tufail M., Haris M., Iqbal J., Khan S., Khan M.T. (2023) — Real-time tobacco-recognition deep-learning robotic sprayer with variable-rate spray, PLoS ONE 18(3): e0283801.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https://doi.org/10.1371/journal.pone.0283801</a:t>
            </a:r>
          </a:p>
          <a:p>
            <a:r>
              <a:rPr sz="1000" b="1" i="0">
                <a:solidFill>
                  <a:srgbClr val="1B2B4A"/>
                </a:solidFill>
                <a:latin typeface="Times New Roman"/>
              </a:rPr>
              <a:t>• Lochan K., Khan A., Elsayed I., Suthar B. et al. (2024) — Advancements in precision spraying of agricultural robots: a comprehensive review, IEEE Access.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https://ieeexplore.ieee.org/document/10654275</a:t>
            </a:r>
          </a:p>
          <a:p>
            <a:r>
              <a:rPr sz="1000" b="1" i="0">
                <a:solidFill>
                  <a:srgbClr val="1B2B4A"/>
                </a:solidFill>
                <a:latin typeface="Times New Roman"/>
              </a:rPr>
              <a:t>• Jiang P., Chen Y., Liu B., He D., Liang C. (2019) — Real-time apple leaf disease detection using improved convolutional neural networks, IEEE Access 7.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https://ieeexplore.ieee.org/document/8706936</a:t>
            </a:r>
          </a:p>
          <a:p>
            <a:r>
              <a:rPr sz="1000" b="1" i="0">
                <a:solidFill>
                  <a:srgbClr val="1B2B4A"/>
                </a:solidFill>
                <a:latin typeface="Times New Roman"/>
              </a:rPr>
              <a:t>• Bari B.S., Islam M.N., Rashid M., Hasan M.J. et al. (2021) — Real-time rice leaf disease diagnosis using Faster R-CNN, PeerJ Computer Science.</a:t>
            </a:r>
          </a:p>
          <a:p>
            <a:r>
              <a:rPr sz="900" b="0" i="0">
                <a:solidFill>
                  <a:srgbClr val="1E5BA6"/>
                </a:solidFill>
                <a:latin typeface="Times New Roman"/>
              </a:rPr>
              <a:t>   https://peerj.com/articles/cs-432/</a:t>
            </a:r>
          </a:p>
        </p:txBody>
      </p:sp>
    </p:spTree>
    <p:extLst>
      <p:ext uri="{BB962C8B-B14F-4D97-AF65-F5344CB8AC3E}">
        <p14:creationId xmlns:p14="http://schemas.microsoft.com/office/powerpoint/2010/main" val="181284746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1317-2916-619B-9702-7893E360B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A25ED1-41DD-0882-4063-FCDD040BEEA0}"/>
              </a:ext>
            </a:extLst>
          </p:cNvPr>
          <p:cNvSpPr txBox="1"/>
          <p:nvPr/>
        </p:nvSpPr>
        <p:spPr>
          <a:xfrm>
            <a:off x="5852160" y="2194560"/>
            <a:ext cx="6035040" cy="21945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1B2B4A"/>
                </a:solidFill>
                <a:latin typeface="Times New Roman"/>
              </a:rPr>
              <a:t>Q &amp; A</a:t>
            </a:r>
          </a:p>
        </p:txBody>
      </p:sp>
      <p:pic>
        <p:nvPicPr>
          <p:cNvPr id="9" name="Picture 8" descr="qa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53568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580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2F2F2"/>
      </a:lt1>
      <a:dk2>
        <a:srgbClr val="A7A7A7"/>
      </a:dk2>
      <a:lt2>
        <a:srgbClr val="535353"/>
      </a:lt2>
      <a:accent1>
        <a:srgbClr val="012347"/>
      </a:accent1>
      <a:accent2>
        <a:srgbClr val="003466"/>
      </a:accent2>
      <a:accent3>
        <a:srgbClr val="003F7D"/>
      </a:accent3>
      <a:accent4>
        <a:srgbClr val="FC8C01"/>
      </a:accent4>
      <a:accent5>
        <a:srgbClr val="FE7702"/>
      </a:accent5>
      <a:accent6>
        <a:srgbClr val="FF5004"/>
      </a:accent6>
      <a:hlink>
        <a:srgbClr val="0000FF"/>
      </a:hlink>
      <a:folHlink>
        <a:srgbClr val="FF00FF"/>
      </a:folHlink>
    </a:clrScheme>
    <a:fontScheme name="Custom 1">
      <a:majorFont>
        <a:latin typeface="Helvetica"/>
        <a:ea typeface="Helvetica"/>
        <a:cs typeface="Helvetica"/>
      </a:majorFont>
      <a:minorFont>
        <a:latin typeface="Calibri"/>
        <a:ea typeface="Segoe UI"/>
        <a:cs typeface="Segoe U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2347"/>
      </a:accent1>
      <a:accent2>
        <a:srgbClr val="003466"/>
      </a:accent2>
      <a:accent3>
        <a:srgbClr val="003F7D"/>
      </a:accent3>
      <a:accent4>
        <a:srgbClr val="FC8C01"/>
      </a:accent4>
      <a:accent5>
        <a:srgbClr val="FE7702"/>
      </a:accent5>
      <a:accent6>
        <a:srgbClr val="FF5004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Segoe UI"/>
        <a:ea typeface="Segoe UI"/>
        <a:cs typeface="Segoe U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1181</TotalTime>
  <Words>1024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Lalit Manjunatha</cp:lastModifiedBy>
  <cp:revision>38</cp:revision>
  <dcterms:modified xsi:type="dcterms:W3CDTF">2026-09-14T13:59:28Z</dcterms:modified>
</cp:coreProperties>
</file>